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542000b7174942" /><Relationship Type="http://schemas.openxmlformats.org/officeDocument/2006/relationships/extended-properties" Target="/docProps/app.xml" Id="Rdd4a2cbf41974bad" /><Relationship Type="http://schemas.openxmlformats.org/officeDocument/2006/relationships/officeDocument" Target="/ppt/presentation.xml" Id="R5feb68ad32604c84" /></Relationships>
</file>

<file path=ppt/presentation.xml><?xml version="1.0" encoding="utf-8"?>
<p:presentation xmlns:p="http://schemas.openxmlformats.org/presentationml/2006/main">
  <p:sldMasterIdLst>
    <p:sldMasterId xmlns:r="http://schemas.openxmlformats.org/officeDocument/2006/relationships" id="2147483648" r:id="Rd575be0318644445"/>
  </p:sldMasterIdLst>
  <p:notesMasterIdLst>
    <p:notesMasterId xmlns:r="http://schemas.openxmlformats.org/officeDocument/2006/relationships" r:id="R4f5d50b137c04abd"/>
  </p:notesMasterIdLst>
  <p:sldIdLst>
    <p:sldId xmlns:r="http://schemas.openxmlformats.org/officeDocument/2006/relationships" id="256" r:id="Rc9ad2e6abbd346f0"/>
    <p:sldId xmlns:r="http://schemas.openxmlformats.org/officeDocument/2006/relationships" id="257" r:id="R39b8cfdf84e34328"/>
    <p:sldId xmlns:r="http://schemas.openxmlformats.org/officeDocument/2006/relationships" id="258" r:id="R43eada712d94428c"/>
    <p:sldId xmlns:r="http://schemas.openxmlformats.org/officeDocument/2006/relationships" id="259" r:id="R4f0b9c024c1e44bd"/>
    <p:sldId xmlns:r="http://schemas.openxmlformats.org/officeDocument/2006/relationships" id="260" r:id="Re8b8d3cb7f484233"/>
    <p:sldId xmlns:r="http://schemas.openxmlformats.org/officeDocument/2006/relationships" id="261" r:id="R2c77bc29f0504005"/>
    <p:sldId xmlns:r="http://schemas.openxmlformats.org/officeDocument/2006/relationships" id="262" r:id="R05414a3a41184212"/>
    <p:sldId xmlns:r="http://schemas.openxmlformats.org/officeDocument/2006/relationships" id="263" r:id="R355a83d247554a76"/>
    <p:sldId xmlns:r="http://schemas.openxmlformats.org/officeDocument/2006/relationships" id="264" r:id="Re18bde0614da4714"/>
    <p:sldId xmlns:r="http://schemas.openxmlformats.org/officeDocument/2006/relationships" id="265" r:id="Re3df950cebc341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25be5347624da8" /><Relationship Type="http://schemas.openxmlformats.org/officeDocument/2006/relationships/slideMaster" Target="/ppt/slideMasters/slideMaster1.xml" Id="Rd575be0318644445" /><Relationship Type="http://schemas.openxmlformats.org/officeDocument/2006/relationships/notesMaster" Target="/ppt/notesMasters/notesMaster1.xml" Id="R4f5d50b137c04abd" /><Relationship Type="http://schemas.openxmlformats.org/officeDocument/2006/relationships/presProps" Target="/ppt/presProps.xml" Id="R2fd1b76c353e4bca" /><Relationship Type="http://schemas.openxmlformats.org/officeDocument/2006/relationships/tableStyles" Target="/ppt/tableStyles.xml" Id="R85397662831e4d4f" /><Relationship Type="http://schemas.openxmlformats.org/officeDocument/2006/relationships/slide" Target="/ppt/slides/slide1.xml" Id="Rc9ad2e6abbd346f0" /><Relationship Type="http://schemas.openxmlformats.org/officeDocument/2006/relationships/slide" Target="/ppt/slides/slide2.xml" Id="R39b8cfdf84e34328" /><Relationship Type="http://schemas.openxmlformats.org/officeDocument/2006/relationships/slide" Target="/ppt/slides/slide3.xml" Id="R43eada712d94428c" /><Relationship Type="http://schemas.openxmlformats.org/officeDocument/2006/relationships/slide" Target="/ppt/slides/slide4.xml" Id="R4f0b9c024c1e44bd" /><Relationship Type="http://schemas.openxmlformats.org/officeDocument/2006/relationships/slide" Target="/ppt/slides/slide5.xml" Id="Re8b8d3cb7f484233" /><Relationship Type="http://schemas.openxmlformats.org/officeDocument/2006/relationships/slide" Target="/ppt/slides/slide6.xml" Id="R2c77bc29f0504005" /><Relationship Type="http://schemas.openxmlformats.org/officeDocument/2006/relationships/slide" Target="/ppt/slides/slide7.xml" Id="R05414a3a41184212" /><Relationship Type="http://schemas.openxmlformats.org/officeDocument/2006/relationships/slide" Target="/ppt/slides/slide8.xml" Id="R355a83d247554a76" /><Relationship Type="http://schemas.openxmlformats.org/officeDocument/2006/relationships/slide" Target="/ppt/slides/slide9.xml" Id="Re18bde0614da4714" /><Relationship Type="http://schemas.openxmlformats.org/officeDocument/2006/relationships/slide" Target="/ppt/slides/slide10.xml" Id="Re3df950cebc341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1159e495dd45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1c9208e4f14611" /><Relationship Type="http://schemas.openxmlformats.org/officeDocument/2006/relationships/notesMaster" Target="/ppt/notesMasters/notesMaster1.xml" Id="Re1454acd818140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df10f4a7e34c6f" /><Relationship Type="http://schemas.openxmlformats.org/officeDocument/2006/relationships/notesMaster" Target="/ppt/notesMasters/notesMaster1.xml" Id="R18ceade15ced4f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08bea7883c4f74" /><Relationship Type="http://schemas.openxmlformats.org/officeDocument/2006/relationships/notesMaster" Target="/ppt/notesMasters/notesMaster1.xml" Id="Rb34e58814b1343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f3b34d1bd74e2d" /><Relationship Type="http://schemas.openxmlformats.org/officeDocument/2006/relationships/notesMaster" Target="/ppt/notesMasters/notesMaster1.xml" Id="R91d6acfbcb7d40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70c140a17b43b1" /><Relationship Type="http://schemas.openxmlformats.org/officeDocument/2006/relationships/notesMaster" Target="/ppt/notesMasters/notesMaster1.xml" Id="R05eddb5689f542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0c239f8792421e" /><Relationship Type="http://schemas.openxmlformats.org/officeDocument/2006/relationships/notesMaster" Target="/ppt/notesMasters/notesMaster1.xml" Id="R689789cf889e4b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b38457d0fd49e9" /><Relationship Type="http://schemas.openxmlformats.org/officeDocument/2006/relationships/notesMaster" Target="/ppt/notesMasters/notesMaster1.xml" Id="Ref6bb1b846814d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5ef0772d7544e0" /><Relationship Type="http://schemas.openxmlformats.org/officeDocument/2006/relationships/notesMaster" Target="/ppt/notesMasters/notesMaster1.xml" Id="Ra178762a6e7249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9a427d6e6644b6" /><Relationship Type="http://schemas.openxmlformats.org/officeDocument/2006/relationships/notesMaster" Target="/ppt/notesMasters/notesMaster1.xml" Id="R0c674b6123f04c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55cfadd21b419b" /><Relationship Type="http://schemas.openxmlformats.org/officeDocument/2006/relationships/notesMaster" Target="/ppt/notesMasters/notesMaster1.xml" Id="R4eb4ec7e741b43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Existing approved company name and logo. This deck reports current evidence rather than claiming all assignment work is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assignment document and docs/PRD.md. Explain the business problem before showing animations. No conversion improvement has been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docs/research.md. These are assignment-derived hypotheses, not interview findings. Describe the distinct information each visitor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Desk research, 19 October 2026: https://www.langchain.com/ ; https://www.intercom.com/ ; https://www.notion.com/product/ai ; https://linear.app/ ; https://zapier.com/ . See docs/research.md for individual teardowns and limitations. These observations are not claims of competitor conversion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src/components/home/home-preview.tsx and docs/DESIGN.md. Existing product names remain unchanged by user instruction. Figma creation is deferred. Illustration is an existing site screenshot, not a new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existing Why A3i implementation and previous browser checks recorded in docs/MEMORY.md. Screenshot is previously captured implementation evidence. Full production accessibility acceptance still needs manual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package.json, src/lib/server/agent.ts, src/app/api and sibling Chatbot source. Browser -&gt; /api/chat -&gt; /chat/stream; browser -&gt; /api/leads -&gt; /leads. Model/search keys remain server-side. Netlify/GitHub publishing is deferred by user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src/components/chat/chat-panel.tsx, src/components/forms/demo-form.tsx, sibling Chatbot main.py/agent.py/leads.py. Current factual answers use official-domain live search. Proposed approved-content retrieval and explicit intent routing are documented only. A saved lead is not a booked calendar appointment. Do not present an unstarted backend as working 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Lighthouse 13.5.0 baseline on 19 October 2026: desktop performance/accessibility 98/97, mobile 72/97. Fresh post-fix mobile accessibility-only audit on production port 3002 reaches 100, color-contrast passes. Raw reports in .tmp/assignment-lighthouse-*. No post-fix performance improvement claimed. Live ten-question baseline invokes agent.chat: seven pass, two partial, one fail, two additional refusals pass. See docs/agent-baseline-review.md and output/assignment/agent-baseline.json. Tests are not a factuality guarantee or deployed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docs/submission-plan.md, docs/evaluation.md and docs/agent-baseline-review.md. Current agent baseline is reviewed but does not meet ten correct answers. User deferred external deliverables and kept current names. Show actual service states. Complete the approved assistant changes, ten correct questions and five-second testing with five real participants before claiming acceptance. Intended business benefit is clearer discovery, not a measured conversion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e3cf2faf0640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0f8f85fdec47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a3226fcbfe4f8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f80954727047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67bda5b17040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9acf65a12745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EAF5AB-7419-439B-96EE-7A73786C6A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138C1E-9A27-47CC-86A3-614281043E0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C887A47-83E2-46C8-AC9E-3ACDF54FD4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3C1F3D-8502-4710-9100-964AD4B6BE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A361A4-E2D7-4FC1-96BC-F81E9B7DD97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55750B-4FE5-4DFA-9384-834B227A5E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E6E5E3-57B0-4020-B892-2246CD0FCE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F3D044-4509-44FA-A9BE-21FB36A5EE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8E02AB-CE22-48D6-B1C7-84AC533049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8F6DBD-EDEC-467B-8473-69D35D5D27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1c50af1c3d47d8" /><Relationship Type="http://schemas.openxmlformats.org/officeDocument/2006/relationships/slideLayout" Target="/ppt/slideLayouts/slideLayout1.xml" Id="R50ab475e9f3c49cf" /><Relationship Type="http://schemas.openxmlformats.org/officeDocument/2006/relationships/slideLayout" Target="/ppt/slideLayouts/slideLayout2.xml" Id="R00fb5cb19e874d07" /><Relationship Type="http://schemas.openxmlformats.org/officeDocument/2006/relationships/slideLayout" Target="/ppt/slideLayouts/slideLayout3.xml" Id="Raa4b29d9ed264769" /><Relationship Type="http://schemas.openxmlformats.org/officeDocument/2006/relationships/slideLayout" Target="/ppt/slideLayouts/slideLayout4.xml" Id="R636d169d15c04e29" /><Relationship Type="http://schemas.openxmlformats.org/officeDocument/2006/relationships/slideLayout" Target="/ppt/slideLayouts/slideLayout5.xml" Id="Ra388ef7a1cf04873" /><Relationship Type="http://schemas.openxmlformats.org/officeDocument/2006/relationships/slideLayout" Target="/ppt/slideLayouts/slideLayout6.xml" Id="R23930506b85f4a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ab475e9f3c49cf"/>
    <p:sldLayoutId xmlns:r="http://schemas.openxmlformats.org/officeDocument/2006/relationships" id="2147483650" r:id="R00fb5cb19e874d07"/>
    <p:sldLayoutId xmlns:r="http://schemas.openxmlformats.org/officeDocument/2006/relationships" id="2147483651" r:id="Raa4b29d9ed264769"/>
    <p:sldLayoutId xmlns:r="http://schemas.openxmlformats.org/officeDocument/2006/relationships" id="2147483652" r:id="R636d169d15c04e29"/>
    <p:sldLayoutId xmlns:r="http://schemas.openxmlformats.org/officeDocument/2006/relationships" id="2147483653" r:id="Ra388ef7a1cf04873"/>
    <p:sldLayoutId xmlns:r="http://schemas.openxmlformats.org/officeDocument/2006/relationships" id="2147483654" r:id="R23930506b85f4a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4416b77aa634882" /><Relationship Type="http://schemas.openxmlformats.org/officeDocument/2006/relationships/notesSlide" Target="/ppt/notesSlides/notesSlide1.xml" Id="Read4ebc63d7c46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652b9897214176" /><Relationship Type="http://schemas.openxmlformats.org/officeDocument/2006/relationships/notesSlide" Target="/ppt/notesSlides/notesSlide2.xml" Id="R57a99d61ea6149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18bf6a50aee4882" /><Relationship Type="http://schemas.openxmlformats.org/officeDocument/2006/relationships/notesSlide" Target="/ppt/notesSlides/notesSlide3.xml" Id="Rd74ff695f0e849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92e5357af534248" /><Relationship Type="http://schemas.openxmlformats.org/officeDocument/2006/relationships/notesSlide" Target="/ppt/notesSlides/notesSlide4.xml" Id="Raaba31c9efe647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9ef42506c48449c" /><Relationship Type="http://schemas.openxmlformats.org/officeDocument/2006/relationships/image" Target="/ppt/media/image.jpeg" Id="R2362f8370ba3465f" /><Relationship Type="http://schemas.openxmlformats.org/officeDocument/2006/relationships/notesSlide" Target="/ppt/notesSlides/notesSlide5.xml" Id="R6851a0ba63b04e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d6354a19494dc7" /><Relationship Type="http://schemas.openxmlformats.org/officeDocument/2006/relationships/image" Target="/ppt/media/image2.jpeg" Id="R3eb5d7867e6547dd" /><Relationship Type="http://schemas.openxmlformats.org/officeDocument/2006/relationships/notesSlide" Target="/ppt/notesSlides/notesSlide6.xml" Id="Rd7d6501b77bd4a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556939d05ee4ce3" /><Relationship Type="http://schemas.openxmlformats.org/officeDocument/2006/relationships/notesSlide" Target="/ppt/notesSlides/notesSlide7.xml" Id="Rf77983c3a9bf40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24cecda5f8458e" /><Relationship Type="http://schemas.openxmlformats.org/officeDocument/2006/relationships/notesSlide" Target="/ppt/notesSlides/notesSlide8.xml" Id="R3c460486293f42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50b9b70018451f" /><Relationship Type="http://schemas.openxmlformats.org/officeDocument/2006/relationships/notesSlide" Target="/ppt/notesSlides/notesSlide9.xml" Id="R74221ed8bc4844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1b87aeb174d4c14" /><Relationship Type="http://schemas.openxmlformats.org/officeDocument/2006/relationships/notesSlide" Target="/ppt/notesSlides/notesSlide10.xml" Id="R0aa49420311e426c" /></Relationships>
</file>

<file path=ppt/slides/slide1.xml><?xml version="1.0" encoding="utf-8"?>
<p:sld xmlns:p="http://schemas.openxmlformats.org/presentationml/2006/main">
  <p:cSld>
    <p:bg>
      <p:bgPr>
        <a:solidFill xmlns:a="http://schemas.openxmlformats.org/drawingml/2006/main">
          <a:srgbClr val="0B22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78EE4C-0E10-445B-BC00-124AF1BBA099}"/>
              </a:ext>
            </a:extLst>
          </p:cNvPr>
          <p:cNvSpPr>
            <a:spLocks xmlns:a="http://schemas.openxmlformats.org/drawingml/2006/main" noGrp="1"/>
          </p:cNvSpPr>
          <p:nvPr/>
        </p:nvSpPr>
        <p:spPr>
          <a:xfrm xmlns:a="http://schemas.openxmlformats.org/drawingml/2006/main">
            <a:off x="685800" y="628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FFFFFF"/>
                </a:solidFill>
                <a:latin typeface="Arial"/>
                <a:ea typeface="Arial"/>
                <a:cs typeface="Arial"/>
              </a:defRPr>
            </a:defPPr>
            <a:lvl1pPr>
              <a:defRPr sz="4350" b="1">
                <a:solidFill>
                  <a:srgbClr val="FFFFFF"/>
                </a:solidFill>
                <a:latin typeface="Arial"/>
                <a:ea typeface="Arial"/>
                <a:cs typeface="Arial"/>
              </a:defRPr>
            </a:lvl1pPr>
            <a:lvl2pPr>
              <a:defRPr sz="4350" b="1">
                <a:solidFill>
                  <a:srgbClr val="FFFFFF"/>
                </a:solidFill>
                <a:latin typeface="Arial"/>
                <a:ea typeface="Arial"/>
                <a:cs typeface="Arial"/>
              </a:defRPr>
            </a:lvl2pPr>
            <a:lvl3pPr>
              <a:defRPr sz="4350" b="1">
                <a:solidFill>
                  <a:srgbClr val="FFFFFF"/>
                </a:solidFill>
                <a:latin typeface="Arial"/>
                <a:ea typeface="Arial"/>
                <a:cs typeface="Arial"/>
              </a:defRPr>
            </a:lvl3pPr>
            <a:lvl4pPr>
              <a:defRPr sz="4350" b="1">
                <a:solidFill>
                  <a:srgbClr val="FFFFFF"/>
                </a:solidFill>
                <a:latin typeface="Arial"/>
                <a:ea typeface="Arial"/>
                <a:cs typeface="Arial"/>
              </a:defRPr>
            </a:lvl4pPr>
            <a:lvl5pPr>
              <a:defRPr sz="4350" b="1">
                <a:solidFill>
                  <a:srgbClr val="FFFFFF"/>
                </a:solidFill>
                <a:latin typeface="Arial"/>
                <a:ea typeface="Arial"/>
                <a:cs typeface="Arial"/>
              </a:defRPr>
            </a:lvl5pPr>
            <a:lvl6pPr>
              <a:defRPr sz="4350" b="1">
                <a:solidFill>
                  <a:srgbClr val="FFFFFF"/>
                </a:solidFill>
                <a:latin typeface="Arial"/>
                <a:ea typeface="Arial"/>
                <a:cs typeface="Arial"/>
              </a:defRPr>
            </a:lvl6pPr>
            <a:lvl7pPr>
              <a:defRPr sz="4350" b="1">
                <a:solidFill>
                  <a:srgbClr val="FFFFFF"/>
                </a:solidFill>
                <a:latin typeface="Arial"/>
                <a:ea typeface="Arial"/>
                <a:cs typeface="Arial"/>
              </a:defRPr>
            </a:lvl7pPr>
            <a:lvl8pPr>
              <a:defRPr sz="4350" b="1">
                <a:solidFill>
                  <a:srgbClr val="FFFFFF"/>
                </a:solidFill>
                <a:latin typeface="Arial"/>
                <a:ea typeface="Arial"/>
                <a:cs typeface="Arial"/>
              </a:defRPr>
            </a:lvl8pPr>
            <a:lvl9pPr>
              <a:defRPr sz="4350" b="1">
                <a:solidFill>
                  <a:srgbClr val="FFFFFF"/>
                </a:solidFill>
                <a:latin typeface="Arial"/>
                <a:ea typeface="Arial"/>
                <a:cs typeface="Arial"/>
              </a:defRPr>
            </a:lvl9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A3i-Accel Frontend v2</a:t>
            </a:r>
          </a:p>
        </p:txBody>
      </p:sp>
      <p:sp>
        <p:nvSpPr>
          <p:cNvPr id="2" name="">
            <a:extLst xmlns:a="http://schemas.openxmlformats.org/drawingml/2006/main">
              <a:ext uri="{FF2B5EF4-FFF2-40B4-BE49-F238E27FC236}">
                <a16:creationId xmlns:a16="http://schemas.microsoft.com/office/drawing/2014/main" id="{1FEA7FBC-D2F7-4982-83BD-91BBE9DCBDC7}"/>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CE7F3"/>
                </a:solidFill>
                <a:latin typeface="Arial"/>
                <a:ea typeface="Arial"/>
                <a:cs typeface="Arial"/>
              </a:defRPr>
            </a:defPPr>
            <a:lvl1pPr>
              <a:defRPr sz="2100" b="0">
                <a:solidFill>
                  <a:srgbClr val="DCE7F3"/>
                </a:solidFill>
                <a:latin typeface="Arial"/>
                <a:ea typeface="Arial"/>
                <a:cs typeface="Arial"/>
              </a:defRPr>
            </a:lvl1pPr>
            <a:lvl2pPr>
              <a:defRPr sz="2100" b="0">
                <a:solidFill>
                  <a:srgbClr val="DCE7F3"/>
                </a:solidFill>
                <a:latin typeface="Arial"/>
                <a:ea typeface="Arial"/>
                <a:cs typeface="Arial"/>
              </a:defRPr>
            </a:lvl2pPr>
            <a:lvl3pPr>
              <a:defRPr sz="2100" b="0">
                <a:solidFill>
                  <a:srgbClr val="DCE7F3"/>
                </a:solidFill>
                <a:latin typeface="Arial"/>
                <a:ea typeface="Arial"/>
                <a:cs typeface="Arial"/>
              </a:defRPr>
            </a:lvl3pPr>
            <a:lvl4pPr>
              <a:defRPr sz="2100" b="0">
                <a:solidFill>
                  <a:srgbClr val="DCE7F3"/>
                </a:solidFill>
                <a:latin typeface="Arial"/>
                <a:ea typeface="Arial"/>
                <a:cs typeface="Arial"/>
              </a:defRPr>
            </a:lvl4pPr>
            <a:lvl5pPr>
              <a:defRPr sz="2100" b="0">
                <a:solidFill>
                  <a:srgbClr val="DCE7F3"/>
                </a:solidFill>
                <a:latin typeface="Arial"/>
                <a:ea typeface="Arial"/>
                <a:cs typeface="Arial"/>
              </a:defRPr>
            </a:lvl5pPr>
            <a:lvl6pPr>
              <a:defRPr sz="2100" b="0">
                <a:solidFill>
                  <a:srgbClr val="DCE7F3"/>
                </a:solidFill>
                <a:latin typeface="Arial"/>
                <a:ea typeface="Arial"/>
                <a:cs typeface="Arial"/>
              </a:defRPr>
            </a:lvl6pPr>
            <a:lvl7pPr>
              <a:defRPr sz="2100" b="0">
                <a:solidFill>
                  <a:srgbClr val="DCE7F3"/>
                </a:solidFill>
                <a:latin typeface="Arial"/>
                <a:ea typeface="Arial"/>
                <a:cs typeface="Arial"/>
              </a:defRPr>
            </a:lvl7pPr>
            <a:lvl8pPr>
              <a:defRPr sz="2100" b="0">
                <a:solidFill>
                  <a:srgbClr val="DCE7F3"/>
                </a:solidFill>
                <a:latin typeface="Arial"/>
                <a:ea typeface="Arial"/>
                <a:cs typeface="Arial"/>
              </a:defRPr>
            </a:lvl8pPr>
            <a:lvl9pPr>
              <a:defRPr sz="2100" b="0">
                <a:solidFill>
                  <a:srgbClr val="DCE7F3"/>
                </a:solidFill>
                <a:latin typeface="Arial"/>
                <a:ea typeface="Arial"/>
                <a:cs typeface="Arial"/>
              </a:defRPr>
            </a:lvl9pPr>
          </a:lstStyle>
          <a:p xmlns:a="http://schemas.openxmlformats.org/drawingml/2006/main">
            <a:pPr>
              <a:defRPr sz="2100" b="0">
                <a:solidFill>
                  <a:srgbClr val="DCE7F3"/>
                </a:solidFill>
                <a:latin typeface="Arial"/>
                <a:ea typeface="Arial"/>
                <a:cs typeface="Arial"/>
              </a:defRPr>
            </a:pPr>
            <a:r>
              <a:rPr sz="2100" b="0">
                <a:solidFill>
                  <a:srgbClr val="DCE7F3"/>
                </a:solidFill>
                <a:latin typeface="Arial"/>
                <a:ea typeface="Arial"/>
                <a:cs typeface="Arial"/>
              </a:rPr>
              <a:t>Research, design and a working website concierge</a:t>
            </a:r>
          </a:p>
        </p:txBody>
      </p:sp>
      <p:sp>
        <p:nvSpPr>
          <p:cNvPr id="3" name="">
            <a:extLst xmlns:a="http://schemas.openxmlformats.org/drawingml/2006/main">
              <a:ext uri="{FF2B5EF4-FFF2-40B4-BE49-F238E27FC236}">
                <a16:creationId xmlns:a16="http://schemas.microsoft.com/office/drawing/2014/main" id="{DA4B285C-FB01-433C-B018-0FAE071684E6}"/>
              </a:ext>
            </a:extLst>
          </p:cNvPr>
          <p:cNvSpPr>
            <a:spLocks xmlns:a="http://schemas.openxmlformats.org/drawingml/2006/main" noGrp="1"/>
          </p:cNvSpPr>
          <p:nvPr/>
        </p:nvSpPr>
        <p:spPr>
          <a:xfrm xmlns:a="http://schemas.openxmlformats.org/drawingml/2006/main">
            <a:off x="685800" y="2895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Assignment 3</a:t>
            </a:r>
          </a:p>
        </p:txBody>
      </p:sp>
      <p:sp>
        <p:nvSpPr>
          <p:cNvPr id="4" name="">
            <a:extLst xmlns:a="http://schemas.openxmlformats.org/drawingml/2006/main">
              <a:ext uri="{FF2B5EF4-FFF2-40B4-BE49-F238E27FC236}">
                <a16:creationId xmlns:a16="http://schemas.microsoft.com/office/drawing/2014/main" id="{73126E2E-98F8-4620-944F-F00B73C0F877}"/>
              </a:ext>
            </a:extLst>
          </p:cNvPr>
          <p:cNvSpPr>
            <a:spLocks xmlns:a="http://schemas.openxmlformats.org/drawingml/2006/main" noGrp="1"/>
          </p:cNvSpPr>
          <p:nvPr/>
        </p:nvSpPr>
        <p:spPr>
          <a:xfrm xmlns:a="http://schemas.openxmlformats.org/drawingml/2006/main">
            <a:off x="685800" y="38481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Implementation and evidence as of 19 October 2026</a:t>
            </a:r>
          </a:p>
        </p:txBody>
      </p:sp>
      <p:sp>
        <p:nvSpPr>
          <p:cNvPr id="5" name="">
            <a:extLst xmlns:a="http://schemas.openxmlformats.org/drawingml/2006/main">
              <a:ext uri="{FF2B5EF4-FFF2-40B4-BE49-F238E27FC236}">
                <a16:creationId xmlns:a16="http://schemas.microsoft.com/office/drawing/2014/main" id="{8527CB01-EACA-476B-B491-14E76F44F259}"/>
              </a:ext>
            </a:extLst>
          </p:cNvPr>
          <p:cNvSpPr>
            <a:spLocks xmlns:a="http://schemas.openxmlformats.org/drawingml/2006/main" noGrp="1"/>
          </p:cNvSpPr>
          <p:nvPr/>
        </p:nvSpPr>
        <p:spPr>
          <a:xfrm xmlns:a="http://schemas.openxmlformats.org/drawingml/2006/main">
            <a:off x="10572750" y="6286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DCE7F3"/>
                </a:solidFill>
                <a:latin typeface="Arial"/>
                <a:ea typeface="Arial"/>
                <a:cs typeface="Arial"/>
              </a:defRPr>
            </a:defPPr>
            <a:lvl1pPr>
              <a:defRPr sz="1350" b="0">
                <a:solidFill>
                  <a:srgbClr val="DCE7F3"/>
                </a:solidFill>
                <a:latin typeface="Arial"/>
                <a:ea typeface="Arial"/>
                <a:cs typeface="Arial"/>
              </a:defRPr>
            </a:lvl1pPr>
            <a:lvl2pPr>
              <a:defRPr sz="1350" b="0">
                <a:solidFill>
                  <a:srgbClr val="DCE7F3"/>
                </a:solidFill>
                <a:latin typeface="Arial"/>
                <a:ea typeface="Arial"/>
                <a:cs typeface="Arial"/>
              </a:defRPr>
            </a:lvl2pPr>
            <a:lvl3pPr>
              <a:defRPr sz="1350" b="0">
                <a:solidFill>
                  <a:srgbClr val="DCE7F3"/>
                </a:solidFill>
                <a:latin typeface="Arial"/>
                <a:ea typeface="Arial"/>
                <a:cs typeface="Arial"/>
              </a:defRPr>
            </a:lvl3pPr>
            <a:lvl4pPr>
              <a:defRPr sz="1350" b="0">
                <a:solidFill>
                  <a:srgbClr val="DCE7F3"/>
                </a:solidFill>
                <a:latin typeface="Arial"/>
                <a:ea typeface="Arial"/>
                <a:cs typeface="Arial"/>
              </a:defRPr>
            </a:lvl4pPr>
            <a:lvl5pPr>
              <a:defRPr sz="1350" b="0">
                <a:solidFill>
                  <a:srgbClr val="DCE7F3"/>
                </a:solidFill>
                <a:latin typeface="Arial"/>
                <a:ea typeface="Arial"/>
                <a:cs typeface="Arial"/>
              </a:defRPr>
            </a:lvl5pPr>
            <a:lvl6pPr>
              <a:defRPr sz="1350" b="0">
                <a:solidFill>
                  <a:srgbClr val="DCE7F3"/>
                </a:solidFill>
                <a:latin typeface="Arial"/>
                <a:ea typeface="Arial"/>
                <a:cs typeface="Arial"/>
              </a:defRPr>
            </a:lvl6pPr>
            <a:lvl7pPr>
              <a:defRPr sz="1350" b="0">
                <a:solidFill>
                  <a:srgbClr val="DCE7F3"/>
                </a:solidFill>
                <a:latin typeface="Arial"/>
                <a:ea typeface="Arial"/>
                <a:cs typeface="Arial"/>
              </a:defRPr>
            </a:lvl7pPr>
            <a:lvl8pPr>
              <a:defRPr sz="1350" b="0">
                <a:solidFill>
                  <a:srgbClr val="DCE7F3"/>
                </a:solidFill>
                <a:latin typeface="Arial"/>
                <a:ea typeface="Arial"/>
                <a:cs typeface="Arial"/>
              </a:defRPr>
            </a:lvl8pPr>
            <a:lvl9pPr>
              <a:defRPr sz="1350" b="0">
                <a:solidFill>
                  <a:srgbClr val="DCE7F3"/>
                </a:solidFill>
                <a:latin typeface="Arial"/>
                <a:ea typeface="Arial"/>
                <a:cs typeface="Arial"/>
              </a:defRPr>
            </a:lvl9pPr>
          </a:lstStyle>
          <a:p xmlns:a="http://schemas.openxmlformats.org/drawingml/2006/main">
            <a:pPr>
              <a:defRPr sz="1350" b="0">
                <a:solidFill>
                  <a:srgbClr val="DCE7F3"/>
                </a:solidFill>
                <a:latin typeface="Arial"/>
                <a:ea typeface="Arial"/>
                <a:cs typeface="Arial"/>
              </a:defRPr>
            </a:pPr>
            <a:r>
              <a:rPr sz="1350" b="0">
                <a:solidFill>
                  <a:srgbClr val="DCE7F3"/>
                </a:solidFill>
                <a:latin typeface="Arial"/>
                <a:ea typeface="Arial"/>
                <a:cs typeface="Arial"/>
              </a:rPr>
              <a:t>1 / 10</a:t>
            </a:r>
          </a:p>
        </p:txBody>
      </p:sp>
    </p:spTree>
    <p:extLst>
      <p:ext uri="{BB962C8B-B14F-4D97-AF65-F5344CB8AC3E}">
        <p14:creationId xmlns:p14="http://schemas.microsoft.com/office/powerpoint/2010/main" val="14740008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752443-632B-4456-AA15-8644E3BA6FF3}"/>
              </a:ext>
            </a:extLst>
          </p:cNvPr>
          <p:cNvSpPr>
            <a:spLocks xmlns:a="http://schemas.openxmlformats.org/drawingml/2006/main" noGrp="1"/>
          </p:cNvSpPr>
          <p:nvPr/>
        </p:nvSpPr>
        <p:spPr>
          <a:xfrm xmlns:a="http://schemas.openxmlformats.org/drawingml/2006/main">
            <a:off x="685800" y="628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B223C"/>
                </a:solidFill>
                <a:latin typeface="Arial"/>
                <a:ea typeface="Arial"/>
                <a:cs typeface="Arial"/>
              </a:defRPr>
            </a:defPPr>
            <a:lvl1pPr>
              <a:defRPr sz="3450" b="1">
                <a:solidFill>
                  <a:srgbClr val="0B223C"/>
                </a:solidFill>
                <a:latin typeface="Arial"/>
                <a:ea typeface="Arial"/>
                <a:cs typeface="Arial"/>
              </a:defRPr>
            </a:lvl1pPr>
            <a:lvl2pPr>
              <a:defRPr sz="3450" b="1">
                <a:solidFill>
                  <a:srgbClr val="0B223C"/>
                </a:solidFill>
                <a:latin typeface="Arial"/>
                <a:ea typeface="Arial"/>
                <a:cs typeface="Arial"/>
              </a:defRPr>
            </a:lvl2pPr>
            <a:lvl3pPr>
              <a:defRPr sz="3450" b="1">
                <a:solidFill>
                  <a:srgbClr val="0B223C"/>
                </a:solidFill>
                <a:latin typeface="Arial"/>
                <a:ea typeface="Arial"/>
                <a:cs typeface="Arial"/>
              </a:defRPr>
            </a:lvl3pPr>
            <a:lvl4pPr>
              <a:defRPr sz="3450" b="1">
                <a:solidFill>
                  <a:srgbClr val="0B223C"/>
                </a:solidFill>
                <a:latin typeface="Arial"/>
                <a:ea typeface="Arial"/>
                <a:cs typeface="Arial"/>
              </a:defRPr>
            </a:lvl4pPr>
            <a:lvl5pPr>
              <a:defRPr sz="3450" b="1">
                <a:solidFill>
                  <a:srgbClr val="0B223C"/>
                </a:solidFill>
                <a:latin typeface="Arial"/>
                <a:ea typeface="Arial"/>
                <a:cs typeface="Arial"/>
              </a:defRPr>
            </a:lvl5pPr>
            <a:lvl6pPr>
              <a:defRPr sz="3450" b="1">
                <a:solidFill>
                  <a:srgbClr val="0B223C"/>
                </a:solidFill>
                <a:latin typeface="Arial"/>
                <a:ea typeface="Arial"/>
                <a:cs typeface="Arial"/>
              </a:defRPr>
            </a:lvl6pPr>
            <a:lvl7pPr>
              <a:defRPr sz="3450" b="1">
                <a:solidFill>
                  <a:srgbClr val="0B223C"/>
                </a:solidFill>
                <a:latin typeface="Arial"/>
                <a:ea typeface="Arial"/>
                <a:cs typeface="Arial"/>
              </a:defRPr>
            </a:lvl7pPr>
            <a:lvl8pPr>
              <a:defRPr sz="3450" b="1">
                <a:solidFill>
                  <a:srgbClr val="0B223C"/>
                </a:solidFill>
                <a:latin typeface="Arial"/>
                <a:ea typeface="Arial"/>
                <a:cs typeface="Arial"/>
              </a:defRPr>
            </a:lvl8pPr>
            <a:lvl9pPr>
              <a:defRPr sz="3450" b="1">
                <a:solidFill>
                  <a:srgbClr val="0B223C"/>
                </a:solidFill>
                <a:latin typeface="Arial"/>
                <a:ea typeface="Arial"/>
                <a:cs typeface="Arial"/>
              </a:defRPr>
            </a:lvl9pPr>
          </a:lstStyle>
          <a:p xmlns:a="http://schemas.openxmlformats.org/drawingml/2006/main">
            <a:pPr>
              <a:defRPr sz="3450" b="1">
                <a:solidFill>
                  <a:srgbClr val="0B223C"/>
                </a:solidFill>
                <a:latin typeface="Arial"/>
                <a:ea typeface="Arial"/>
                <a:cs typeface="Arial"/>
              </a:defRPr>
            </a:pPr>
            <a:r>
              <a:rPr sz="3450" b="1">
                <a:solidFill>
                  <a:srgbClr val="0B223C"/>
                </a:solidFill>
                <a:latin typeface="Arial"/>
                <a:ea typeface="Arial"/>
                <a:cs typeface="Arial"/>
              </a:rPr>
              <a:t>The visitor’s decision</a:t>
            </a:r>
          </a:p>
        </p:txBody>
      </p:sp>
      <p:sp>
        <p:nvSpPr>
          <p:cNvPr id="2" name="">
            <a:extLst xmlns:a="http://schemas.openxmlformats.org/drawingml/2006/main">
              <a:ext uri="{FF2B5EF4-FFF2-40B4-BE49-F238E27FC236}">
                <a16:creationId xmlns:a16="http://schemas.microsoft.com/office/drawing/2014/main" id="{E8D8465A-A853-49FC-B3F7-65472011F2DF}"/>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35A72"/>
                </a:solidFill>
                <a:latin typeface="Arial"/>
                <a:ea typeface="Arial"/>
                <a:cs typeface="Arial"/>
              </a:defRPr>
            </a:defPPr>
            <a:lvl1pPr>
              <a:defRPr sz="2100" b="0">
                <a:solidFill>
                  <a:srgbClr val="435A72"/>
                </a:solidFill>
                <a:latin typeface="Arial"/>
                <a:ea typeface="Arial"/>
                <a:cs typeface="Arial"/>
              </a:defRPr>
            </a:lvl1pPr>
            <a:lvl2pPr>
              <a:defRPr sz="2100" b="0">
                <a:solidFill>
                  <a:srgbClr val="435A72"/>
                </a:solidFill>
                <a:latin typeface="Arial"/>
                <a:ea typeface="Arial"/>
                <a:cs typeface="Arial"/>
              </a:defRPr>
            </a:lvl2pPr>
            <a:lvl3pPr>
              <a:defRPr sz="2100" b="0">
                <a:solidFill>
                  <a:srgbClr val="435A72"/>
                </a:solidFill>
                <a:latin typeface="Arial"/>
                <a:ea typeface="Arial"/>
                <a:cs typeface="Arial"/>
              </a:defRPr>
            </a:lvl3pPr>
            <a:lvl4pPr>
              <a:defRPr sz="2100" b="0">
                <a:solidFill>
                  <a:srgbClr val="435A72"/>
                </a:solidFill>
                <a:latin typeface="Arial"/>
                <a:ea typeface="Arial"/>
                <a:cs typeface="Arial"/>
              </a:defRPr>
            </a:lvl4pPr>
            <a:lvl5pPr>
              <a:defRPr sz="2100" b="0">
                <a:solidFill>
                  <a:srgbClr val="435A72"/>
                </a:solidFill>
                <a:latin typeface="Arial"/>
                <a:ea typeface="Arial"/>
                <a:cs typeface="Arial"/>
              </a:defRPr>
            </a:lvl5pPr>
            <a:lvl6pPr>
              <a:defRPr sz="2100" b="0">
                <a:solidFill>
                  <a:srgbClr val="435A72"/>
                </a:solidFill>
                <a:latin typeface="Arial"/>
                <a:ea typeface="Arial"/>
                <a:cs typeface="Arial"/>
              </a:defRPr>
            </a:lvl6pPr>
            <a:lvl7pPr>
              <a:defRPr sz="2100" b="0">
                <a:solidFill>
                  <a:srgbClr val="435A72"/>
                </a:solidFill>
                <a:latin typeface="Arial"/>
                <a:ea typeface="Arial"/>
                <a:cs typeface="Arial"/>
              </a:defRPr>
            </a:lvl7pPr>
            <a:lvl8pPr>
              <a:defRPr sz="2100" b="0">
                <a:solidFill>
                  <a:srgbClr val="435A72"/>
                </a:solidFill>
                <a:latin typeface="Arial"/>
                <a:ea typeface="Arial"/>
                <a:cs typeface="Arial"/>
              </a:defRPr>
            </a:lvl8pPr>
            <a:lvl9pPr>
              <a:defRPr sz="2100" b="0">
                <a:solidFill>
                  <a:srgbClr val="435A72"/>
                </a:solidFill>
                <a:latin typeface="Arial"/>
                <a:ea typeface="Arial"/>
                <a:cs typeface="Arial"/>
              </a:defRPr>
            </a:lvl9pPr>
          </a:lstStyle>
          <a:p xmlns:a="http://schemas.openxmlformats.org/drawingml/2006/main">
            <a:pPr>
              <a:defRPr sz="2100" b="0">
                <a:solidFill>
                  <a:srgbClr val="435A72"/>
                </a:solidFill>
                <a:latin typeface="Arial"/>
                <a:ea typeface="Arial"/>
                <a:cs typeface="Arial"/>
              </a:defRPr>
            </a:pPr>
            <a:r>
              <a:rPr sz="2100" b="0">
                <a:solidFill>
                  <a:srgbClr val="435A72"/>
                </a:solidFill>
                <a:latin typeface="Arial"/>
                <a:ea typeface="Arial"/>
                <a:cs typeface="Arial"/>
              </a:rPr>
              <a:t>Understand the offering, then find relevant work</a:t>
            </a:r>
          </a:p>
        </p:txBody>
      </p:sp>
      <p:sp>
        <p:nvSpPr>
          <p:cNvPr id="3" name="">
            <a:extLst xmlns:a="http://schemas.openxmlformats.org/drawingml/2006/main">
              <a:ext uri="{FF2B5EF4-FFF2-40B4-BE49-F238E27FC236}">
                <a16:creationId xmlns:a16="http://schemas.microsoft.com/office/drawing/2014/main" id="{A69F9BA1-1693-4A18-B71E-8C7D21EDF6AE}"/>
              </a:ext>
            </a:extLst>
          </p:cNvPr>
          <p:cNvSpPr>
            <a:spLocks xmlns:a="http://schemas.openxmlformats.org/drawingml/2006/main" noGrp="1"/>
          </p:cNvSpPr>
          <p:nvPr/>
        </p:nvSpPr>
        <p:spPr>
          <a:xfrm xmlns:a="http://schemas.openxmlformats.org/drawingml/2006/main">
            <a:off x="685800" y="2895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A growing portfolio needs a clear explanation.</a:t>
            </a:r>
          </a:p>
        </p:txBody>
      </p:sp>
      <p:sp>
        <p:nvSpPr>
          <p:cNvPr id="4" name="">
            <a:extLst xmlns:a="http://schemas.openxmlformats.org/drawingml/2006/main">
              <a:ext uri="{FF2B5EF4-FFF2-40B4-BE49-F238E27FC236}">
                <a16:creationId xmlns:a16="http://schemas.microsoft.com/office/drawing/2014/main" id="{05738231-7BE2-4B41-8081-16AF24131CB8}"/>
              </a:ext>
            </a:extLst>
          </p:cNvPr>
          <p:cNvSpPr>
            <a:spLocks xmlns:a="http://schemas.openxmlformats.org/drawingml/2006/main" noGrp="1"/>
          </p:cNvSpPr>
          <p:nvPr/>
        </p:nvSpPr>
        <p:spPr>
          <a:xfrm xmlns:a="http://schemas.openxmlformats.org/drawingml/2006/main">
            <a:off x="685800" y="38481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A concrete task makes AI easier to evaluate.</a:t>
            </a:r>
          </a:p>
        </p:txBody>
      </p:sp>
      <p:sp>
        <p:nvSpPr>
          <p:cNvPr id="5" name="">
            <a:extLst xmlns:a="http://schemas.openxmlformats.org/drawingml/2006/main">
              <a:ext uri="{FF2B5EF4-FFF2-40B4-BE49-F238E27FC236}">
                <a16:creationId xmlns:a16="http://schemas.microsoft.com/office/drawing/2014/main" id="{AAE4D7D7-3CAE-4B44-824B-71186D335EBD}"/>
              </a:ext>
            </a:extLst>
          </p:cNvPr>
          <p:cNvSpPr>
            <a:spLocks xmlns:a="http://schemas.openxmlformats.org/drawingml/2006/main" noGrp="1"/>
          </p:cNvSpPr>
          <p:nvPr/>
        </p:nvSpPr>
        <p:spPr>
          <a:xfrm xmlns:a="http://schemas.openxmlformats.org/drawingml/2006/main">
            <a:off x="685800" y="4800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A demo request needs a dependable next step.</a:t>
            </a:r>
          </a:p>
        </p:txBody>
      </p:sp>
      <p:sp>
        <p:nvSpPr>
          <p:cNvPr id="6" name="">
            <a:extLst xmlns:a="http://schemas.openxmlformats.org/drawingml/2006/main">
              <a:ext uri="{FF2B5EF4-FFF2-40B4-BE49-F238E27FC236}">
                <a16:creationId xmlns:a16="http://schemas.microsoft.com/office/drawing/2014/main" id="{F40002CC-905D-434A-A2DE-D3613F536D06}"/>
              </a:ext>
            </a:extLst>
          </p:cNvPr>
          <p:cNvSpPr>
            <a:spLocks xmlns:a="http://schemas.openxmlformats.org/drawingml/2006/main" noGrp="1"/>
          </p:cNvSpPr>
          <p:nvPr/>
        </p:nvSpPr>
        <p:spPr>
          <a:xfrm xmlns:a="http://schemas.openxmlformats.org/drawingml/2006/main">
            <a:off x="10572750" y="6286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A72"/>
                </a:solidFill>
                <a:latin typeface="Arial"/>
                <a:ea typeface="Arial"/>
                <a:cs typeface="Arial"/>
              </a:defRPr>
            </a:defPPr>
            <a:lvl1pPr>
              <a:defRPr sz="1350" b="0">
                <a:solidFill>
                  <a:srgbClr val="435A72"/>
                </a:solidFill>
                <a:latin typeface="Arial"/>
                <a:ea typeface="Arial"/>
                <a:cs typeface="Arial"/>
              </a:defRPr>
            </a:lvl1pPr>
            <a:lvl2pPr>
              <a:defRPr sz="1350" b="0">
                <a:solidFill>
                  <a:srgbClr val="435A72"/>
                </a:solidFill>
                <a:latin typeface="Arial"/>
                <a:ea typeface="Arial"/>
                <a:cs typeface="Arial"/>
              </a:defRPr>
            </a:lvl2pPr>
            <a:lvl3pPr>
              <a:defRPr sz="1350" b="0">
                <a:solidFill>
                  <a:srgbClr val="435A72"/>
                </a:solidFill>
                <a:latin typeface="Arial"/>
                <a:ea typeface="Arial"/>
                <a:cs typeface="Arial"/>
              </a:defRPr>
            </a:lvl3pPr>
            <a:lvl4pPr>
              <a:defRPr sz="1350" b="0">
                <a:solidFill>
                  <a:srgbClr val="435A72"/>
                </a:solidFill>
                <a:latin typeface="Arial"/>
                <a:ea typeface="Arial"/>
                <a:cs typeface="Arial"/>
              </a:defRPr>
            </a:lvl4pPr>
            <a:lvl5pPr>
              <a:defRPr sz="1350" b="0">
                <a:solidFill>
                  <a:srgbClr val="435A72"/>
                </a:solidFill>
                <a:latin typeface="Arial"/>
                <a:ea typeface="Arial"/>
                <a:cs typeface="Arial"/>
              </a:defRPr>
            </a:lvl5pPr>
            <a:lvl6pPr>
              <a:defRPr sz="1350" b="0">
                <a:solidFill>
                  <a:srgbClr val="435A72"/>
                </a:solidFill>
                <a:latin typeface="Arial"/>
                <a:ea typeface="Arial"/>
                <a:cs typeface="Arial"/>
              </a:defRPr>
            </a:lvl6pPr>
            <a:lvl7pPr>
              <a:defRPr sz="1350" b="0">
                <a:solidFill>
                  <a:srgbClr val="435A72"/>
                </a:solidFill>
                <a:latin typeface="Arial"/>
                <a:ea typeface="Arial"/>
                <a:cs typeface="Arial"/>
              </a:defRPr>
            </a:lvl7pPr>
            <a:lvl8pPr>
              <a:defRPr sz="1350" b="0">
                <a:solidFill>
                  <a:srgbClr val="435A72"/>
                </a:solidFill>
                <a:latin typeface="Arial"/>
                <a:ea typeface="Arial"/>
                <a:cs typeface="Arial"/>
              </a:defRPr>
            </a:lvl8pPr>
            <a:lvl9pPr>
              <a:defRPr sz="1350" b="0">
                <a:solidFill>
                  <a:srgbClr val="435A72"/>
                </a:solidFill>
                <a:latin typeface="Arial"/>
                <a:ea typeface="Arial"/>
                <a:cs typeface="Arial"/>
              </a:defRPr>
            </a:lvl9pPr>
          </a:lstStyle>
          <a:p xmlns:a="http://schemas.openxmlformats.org/drawingml/2006/main">
            <a:pPr>
              <a:defRPr sz="1350" b="0">
                <a:solidFill>
                  <a:srgbClr val="435A72"/>
                </a:solidFill>
                <a:latin typeface="Arial"/>
                <a:ea typeface="Arial"/>
                <a:cs typeface="Arial"/>
              </a:defRPr>
            </a:pPr>
            <a:r>
              <a:rPr sz="1350" b="0">
                <a:solidFill>
                  <a:srgbClr val="435A72"/>
                </a:solidFill>
                <a:latin typeface="Arial"/>
                <a:ea typeface="Arial"/>
                <a:cs typeface="Arial"/>
              </a:rPr>
              <a:t>2 / 10</a:t>
            </a:r>
          </a:p>
        </p:txBody>
      </p:sp>
    </p:spTree>
    <p:extLst>
      <p:ext uri="{BB962C8B-B14F-4D97-AF65-F5344CB8AC3E}">
        <p14:creationId xmlns:p14="http://schemas.microsoft.com/office/powerpoint/2010/main" val="15588052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36E02A-B5EA-4986-B241-3B7C06BD29AB}"/>
              </a:ext>
            </a:extLst>
          </p:cNvPr>
          <p:cNvSpPr>
            <a:spLocks xmlns:a="http://schemas.openxmlformats.org/drawingml/2006/main" noGrp="1"/>
          </p:cNvSpPr>
          <p:nvPr/>
        </p:nvSpPr>
        <p:spPr>
          <a:xfrm xmlns:a="http://schemas.openxmlformats.org/drawingml/2006/main">
            <a:off x="685800" y="628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B223C"/>
                </a:solidFill>
                <a:latin typeface="Arial"/>
                <a:ea typeface="Arial"/>
                <a:cs typeface="Arial"/>
              </a:defRPr>
            </a:defPPr>
            <a:lvl1pPr>
              <a:defRPr sz="3450" b="1">
                <a:solidFill>
                  <a:srgbClr val="0B223C"/>
                </a:solidFill>
                <a:latin typeface="Arial"/>
                <a:ea typeface="Arial"/>
                <a:cs typeface="Arial"/>
              </a:defRPr>
            </a:lvl1pPr>
            <a:lvl2pPr>
              <a:defRPr sz="3450" b="1">
                <a:solidFill>
                  <a:srgbClr val="0B223C"/>
                </a:solidFill>
                <a:latin typeface="Arial"/>
                <a:ea typeface="Arial"/>
                <a:cs typeface="Arial"/>
              </a:defRPr>
            </a:lvl2pPr>
            <a:lvl3pPr>
              <a:defRPr sz="3450" b="1">
                <a:solidFill>
                  <a:srgbClr val="0B223C"/>
                </a:solidFill>
                <a:latin typeface="Arial"/>
                <a:ea typeface="Arial"/>
                <a:cs typeface="Arial"/>
              </a:defRPr>
            </a:lvl3pPr>
            <a:lvl4pPr>
              <a:defRPr sz="3450" b="1">
                <a:solidFill>
                  <a:srgbClr val="0B223C"/>
                </a:solidFill>
                <a:latin typeface="Arial"/>
                <a:ea typeface="Arial"/>
                <a:cs typeface="Arial"/>
              </a:defRPr>
            </a:lvl4pPr>
            <a:lvl5pPr>
              <a:defRPr sz="3450" b="1">
                <a:solidFill>
                  <a:srgbClr val="0B223C"/>
                </a:solidFill>
                <a:latin typeface="Arial"/>
                <a:ea typeface="Arial"/>
                <a:cs typeface="Arial"/>
              </a:defRPr>
            </a:lvl5pPr>
            <a:lvl6pPr>
              <a:defRPr sz="3450" b="1">
                <a:solidFill>
                  <a:srgbClr val="0B223C"/>
                </a:solidFill>
                <a:latin typeface="Arial"/>
                <a:ea typeface="Arial"/>
                <a:cs typeface="Arial"/>
              </a:defRPr>
            </a:lvl6pPr>
            <a:lvl7pPr>
              <a:defRPr sz="3450" b="1">
                <a:solidFill>
                  <a:srgbClr val="0B223C"/>
                </a:solidFill>
                <a:latin typeface="Arial"/>
                <a:ea typeface="Arial"/>
                <a:cs typeface="Arial"/>
              </a:defRPr>
            </a:lvl7pPr>
            <a:lvl8pPr>
              <a:defRPr sz="3450" b="1">
                <a:solidFill>
                  <a:srgbClr val="0B223C"/>
                </a:solidFill>
                <a:latin typeface="Arial"/>
                <a:ea typeface="Arial"/>
                <a:cs typeface="Arial"/>
              </a:defRPr>
            </a:lvl8pPr>
            <a:lvl9pPr>
              <a:defRPr sz="3450" b="1">
                <a:solidFill>
                  <a:srgbClr val="0B223C"/>
                </a:solidFill>
                <a:latin typeface="Arial"/>
                <a:ea typeface="Arial"/>
                <a:cs typeface="Arial"/>
              </a:defRPr>
            </a:lvl9pPr>
          </a:lstStyle>
          <a:p xmlns:a="http://schemas.openxmlformats.org/drawingml/2006/main">
            <a:pPr>
              <a:defRPr sz="3450" b="1">
                <a:solidFill>
                  <a:srgbClr val="0B223C"/>
                </a:solidFill>
                <a:latin typeface="Arial"/>
                <a:ea typeface="Arial"/>
                <a:cs typeface="Arial"/>
              </a:defRPr>
            </a:pPr>
            <a:r>
              <a:rPr sz="3450" b="1">
                <a:solidFill>
                  <a:srgbClr val="0B223C"/>
                </a:solidFill>
                <a:latin typeface="Arial"/>
                <a:ea typeface="Arial"/>
                <a:cs typeface="Arial"/>
              </a:rPr>
              <a:t>Three visitor perspectives</a:t>
            </a:r>
          </a:p>
        </p:txBody>
      </p:sp>
      <p:sp>
        <p:nvSpPr>
          <p:cNvPr id="2" name="">
            <a:extLst xmlns:a="http://schemas.openxmlformats.org/drawingml/2006/main">
              <a:ext uri="{FF2B5EF4-FFF2-40B4-BE49-F238E27FC236}">
                <a16:creationId xmlns:a16="http://schemas.microsoft.com/office/drawing/2014/main" id="{C0BDA8CB-C7EF-48C1-8007-8994B9D5A337}"/>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35A72"/>
                </a:solidFill>
                <a:latin typeface="Arial"/>
                <a:ea typeface="Arial"/>
                <a:cs typeface="Arial"/>
              </a:defRPr>
            </a:defPPr>
            <a:lvl1pPr>
              <a:defRPr sz="2100" b="0">
                <a:solidFill>
                  <a:srgbClr val="435A72"/>
                </a:solidFill>
                <a:latin typeface="Arial"/>
                <a:ea typeface="Arial"/>
                <a:cs typeface="Arial"/>
              </a:defRPr>
            </a:lvl1pPr>
            <a:lvl2pPr>
              <a:defRPr sz="2100" b="0">
                <a:solidFill>
                  <a:srgbClr val="435A72"/>
                </a:solidFill>
                <a:latin typeface="Arial"/>
                <a:ea typeface="Arial"/>
                <a:cs typeface="Arial"/>
              </a:defRPr>
            </a:lvl2pPr>
            <a:lvl3pPr>
              <a:defRPr sz="2100" b="0">
                <a:solidFill>
                  <a:srgbClr val="435A72"/>
                </a:solidFill>
                <a:latin typeface="Arial"/>
                <a:ea typeface="Arial"/>
                <a:cs typeface="Arial"/>
              </a:defRPr>
            </a:lvl3pPr>
            <a:lvl4pPr>
              <a:defRPr sz="2100" b="0">
                <a:solidFill>
                  <a:srgbClr val="435A72"/>
                </a:solidFill>
                <a:latin typeface="Arial"/>
                <a:ea typeface="Arial"/>
                <a:cs typeface="Arial"/>
              </a:defRPr>
            </a:lvl4pPr>
            <a:lvl5pPr>
              <a:defRPr sz="2100" b="0">
                <a:solidFill>
                  <a:srgbClr val="435A72"/>
                </a:solidFill>
                <a:latin typeface="Arial"/>
                <a:ea typeface="Arial"/>
                <a:cs typeface="Arial"/>
              </a:defRPr>
            </a:lvl5pPr>
            <a:lvl6pPr>
              <a:defRPr sz="2100" b="0">
                <a:solidFill>
                  <a:srgbClr val="435A72"/>
                </a:solidFill>
                <a:latin typeface="Arial"/>
                <a:ea typeface="Arial"/>
                <a:cs typeface="Arial"/>
              </a:defRPr>
            </a:lvl6pPr>
            <a:lvl7pPr>
              <a:defRPr sz="2100" b="0">
                <a:solidFill>
                  <a:srgbClr val="435A72"/>
                </a:solidFill>
                <a:latin typeface="Arial"/>
                <a:ea typeface="Arial"/>
                <a:cs typeface="Arial"/>
              </a:defRPr>
            </a:lvl7pPr>
            <a:lvl8pPr>
              <a:defRPr sz="2100" b="0">
                <a:solidFill>
                  <a:srgbClr val="435A72"/>
                </a:solidFill>
                <a:latin typeface="Arial"/>
                <a:ea typeface="Arial"/>
                <a:cs typeface="Arial"/>
              </a:defRPr>
            </a:lvl8pPr>
            <a:lvl9pPr>
              <a:defRPr sz="2100" b="0">
                <a:solidFill>
                  <a:srgbClr val="435A72"/>
                </a:solidFill>
                <a:latin typeface="Arial"/>
                <a:ea typeface="Arial"/>
                <a:cs typeface="Arial"/>
              </a:defRPr>
            </a:lvl9pPr>
          </a:lstStyle>
          <a:p xmlns:a="http://schemas.openxmlformats.org/drawingml/2006/main">
            <a:pPr>
              <a:defRPr sz="2100" b="0">
                <a:solidFill>
                  <a:srgbClr val="435A72"/>
                </a:solidFill>
                <a:latin typeface="Arial"/>
                <a:ea typeface="Arial"/>
                <a:cs typeface="Arial"/>
              </a:defRPr>
            </a:pPr>
            <a:r>
              <a:rPr sz="2100" b="0">
                <a:solidFill>
                  <a:srgbClr val="435A72"/>
                </a:solidFill>
                <a:latin typeface="Arial"/>
                <a:ea typeface="Arial"/>
                <a:cs typeface="Arial"/>
              </a:rPr>
              <a:t>Provisional personas to validate</a:t>
            </a:r>
          </a:p>
        </p:txBody>
      </p:sp>
      <p:sp>
        <p:nvSpPr>
          <p:cNvPr id="3" name="">
            <a:extLst xmlns:a="http://schemas.openxmlformats.org/drawingml/2006/main">
              <a:ext uri="{FF2B5EF4-FFF2-40B4-BE49-F238E27FC236}">
                <a16:creationId xmlns:a16="http://schemas.microsoft.com/office/drawing/2014/main" id="{0ABD4AD2-895F-4502-98D7-62AA998CDD32}"/>
              </a:ext>
            </a:extLst>
          </p:cNvPr>
          <p:cNvSpPr>
            <a:spLocks xmlns:a="http://schemas.openxmlformats.org/drawingml/2006/main" noGrp="1"/>
          </p:cNvSpPr>
          <p:nvPr/>
        </p:nvSpPr>
        <p:spPr>
          <a:xfrm xmlns:a="http://schemas.openxmlformats.org/drawingml/2006/main">
            <a:off x="685800" y="2895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SMB owner: reduce repetitive administration.</a:t>
            </a:r>
          </a:p>
        </p:txBody>
      </p:sp>
      <p:sp>
        <p:nvSpPr>
          <p:cNvPr id="4" name="">
            <a:extLst xmlns:a="http://schemas.openxmlformats.org/drawingml/2006/main">
              <a:ext uri="{FF2B5EF4-FFF2-40B4-BE49-F238E27FC236}">
                <a16:creationId xmlns:a16="http://schemas.microsoft.com/office/drawing/2014/main" id="{64EEE96E-208F-4EE3-BE67-0AD350A51F09}"/>
              </a:ext>
            </a:extLst>
          </p:cNvPr>
          <p:cNvSpPr>
            <a:spLocks xmlns:a="http://schemas.openxmlformats.org/drawingml/2006/main" noGrp="1"/>
          </p:cNvSpPr>
          <p:nvPr/>
        </p:nvSpPr>
        <p:spPr>
          <a:xfrm xmlns:a="http://schemas.openxmlformats.org/drawingml/2006/main">
            <a:off x="685800" y="38481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Operations leader: evaluate workflows and oversight.</a:t>
            </a:r>
          </a:p>
        </p:txBody>
      </p:sp>
      <p:sp>
        <p:nvSpPr>
          <p:cNvPr id="5" name="">
            <a:extLst xmlns:a="http://schemas.openxmlformats.org/drawingml/2006/main">
              <a:ext uri="{FF2B5EF4-FFF2-40B4-BE49-F238E27FC236}">
                <a16:creationId xmlns:a16="http://schemas.microsoft.com/office/drawing/2014/main" id="{6DDFE6FF-424D-4EA4-A77A-CCC7F47CEEFD}"/>
              </a:ext>
            </a:extLst>
          </p:cNvPr>
          <p:cNvSpPr>
            <a:spLocks xmlns:a="http://schemas.openxmlformats.org/drawingml/2006/main" noGrp="1"/>
          </p:cNvSpPr>
          <p:nvPr/>
        </p:nvSpPr>
        <p:spPr>
          <a:xfrm xmlns:a="http://schemas.openxmlformats.org/drawingml/2006/main">
            <a:off x="685800" y="4800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Investor: understand the portfolio and business focus.</a:t>
            </a:r>
          </a:p>
        </p:txBody>
      </p:sp>
      <p:sp>
        <p:nvSpPr>
          <p:cNvPr id="6" name="">
            <a:extLst xmlns:a="http://schemas.openxmlformats.org/drawingml/2006/main">
              <a:ext uri="{FF2B5EF4-FFF2-40B4-BE49-F238E27FC236}">
                <a16:creationId xmlns:a16="http://schemas.microsoft.com/office/drawing/2014/main" id="{2F0F9B34-E3BA-4445-ADF7-D16A76389BD8}"/>
              </a:ext>
            </a:extLst>
          </p:cNvPr>
          <p:cNvSpPr>
            <a:spLocks xmlns:a="http://schemas.openxmlformats.org/drawingml/2006/main" noGrp="1"/>
          </p:cNvSpPr>
          <p:nvPr/>
        </p:nvSpPr>
        <p:spPr>
          <a:xfrm xmlns:a="http://schemas.openxmlformats.org/drawingml/2006/main">
            <a:off x="10572750" y="6286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A72"/>
                </a:solidFill>
                <a:latin typeface="Arial"/>
                <a:ea typeface="Arial"/>
                <a:cs typeface="Arial"/>
              </a:defRPr>
            </a:defPPr>
            <a:lvl1pPr>
              <a:defRPr sz="1350" b="0">
                <a:solidFill>
                  <a:srgbClr val="435A72"/>
                </a:solidFill>
                <a:latin typeface="Arial"/>
                <a:ea typeface="Arial"/>
                <a:cs typeface="Arial"/>
              </a:defRPr>
            </a:lvl1pPr>
            <a:lvl2pPr>
              <a:defRPr sz="1350" b="0">
                <a:solidFill>
                  <a:srgbClr val="435A72"/>
                </a:solidFill>
                <a:latin typeface="Arial"/>
                <a:ea typeface="Arial"/>
                <a:cs typeface="Arial"/>
              </a:defRPr>
            </a:lvl2pPr>
            <a:lvl3pPr>
              <a:defRPr sz="1350" b="0">
                <a:solidFill>
                  <a:srgbClr val="435A72"/>
                </a:solidFill>
                <a:latin typeface="Arial"/>
                <a:ea typeface="Arial"/>
                <a:cs typeface="Arial"/>
              </a:defRPr>
            </a:lvl3pPr>
            <a:lvl4pPr>
              <a:defRPr sz="1350" b="0">
                <a:solidFill>
                  <a:srgbClr val="435A72"/>
                </a:solidFill>
                <a:latin typeface="Arial"/>
                <a:ea typeface="Arial"/>
                <a:cs typeface="Arial"/>
              </a:defRPr>
            </a:lvl4pPr>
            <a:lvl5pPr>
              <a:defRPr sz="1350" b="0">
                <a:solidFill>
                  <a:srgbClr val="435A72"/>
                </a:solidFill>
                <a:latin typeface="Arial"/>
                <a:ea typeface="Arial"/>
                <a:cs typeface="Arial"/>
              </a:defRPr>
            </a:lvl5pPr>
            <a:lvl6pPr>
              <a:defRPr sz="1350" b="0">
                <a:solidFill>
                  <a:srgbClr val="435A72"/>
                </a:solidFill>
                <a:latin typeface="Arial"/>
                <a:ea typeface="Arial"/>
                <a:cs typeface="Arial"/>
              </a:defRPr>
            </a:lvl6pPr>
            <a:lvl7pPr>
              <a:defRPr sz="1350" b="0">
                <a:solidFill>
                  <a:srgbClr val="435A72"/>
                </a:solidFill>
                <a:latin typeface="Arial"/>
                <a:ea typeface="Arial"/>
                <a:cs typeface="Arial"/>
              </a:defRPr>
            </a:lvl7pPr>
            <a:lvl8pPr>
              <a:defRPr sz="1350" b="0">
                <a:solidFill>
                  <a:srgbClr val="435A72"/>
                </a:solidFill>
                <a:latin typeface="Arial"/>
                <a:ea typeface="Arial"/>
                <a:cs typeface="Arial"/>
              </a:defRPr>
            </a:lvl8pPr>
            <a:lvl9pPr>
              <a:defRPr sz="1350" b="0">
                <a:solidFill>
                  <a:srgbClr val="435A72"/>
                </a:solidFill>
                <a:latin typeface="Arial"/>
                <a:ea typeface="Arial"/>
                <a:cs typeface="Arial"/>
              </a:defRPr>
            </a:lvl9pPr>
          </a:lstStyle>
          <a:p xmlns:a="http://schemas.openxmlformats.org/drawingml/2006/main">
            <a:pPr>
              <a:defRPr sz="1350" b="0">
                <a:solidFill>
                  <a:srgbClr val="435A72"/>
                </a:solidFill>
                <a:latin typeface="Arial"/>
                <a:ea typeface="Arial"/>
                <a:cs typeface="Arial"/>
              </a:defRPr>
            </a:pPr>
            <a:r>
              <a:rPr sz="1350" b="0">
                <a:solidFill>
                  <a:srgbClr val="435A72"/>
                </a:solidFill>
                <a:latin typeface="Arial"/>
                <a:ea typeface="Arial"/>
                <a:cs typeface="Arial"/>
              </a:rPr>
              <a:t>3 / 10</a:t>
            </a:r>
          </a:p>
        </p:txBody>
      </p:sp>
    </p:spTree>
    <p:extLst>
      <p:ext uri="{BB962C8B-B14F-4D97-AF65-F5344CB8AC3E}">
        <p14:creationId xmlns:p14="http://schemas.microsoft.com/office/powerpoint/2010/main" val="6588422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4122FE-0783-45C6-8C41-F14467208340}"/>
              </a:ext>
            </a:extLst>
          </p:cNvPr>
          <p:cNvSpPr>
            <a:spLocks xmlns:a="http://schemas.openxmlformats.org/drawingml/2006/main" noGrp="1"/>
          </p:cNvSpPr>
          <p:nvPr/>
        </p:nvSpPr>
        <p:spPr>
          <a:xfrm xmlns:a="http://schemas.openxmlformats.org/drawingml/2006/main">
            <a:off x="685800" y="628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B223C"/>
                </a:solidFill>
                <a:latin typeface="Arial"/>
                <a:ea typeface="Arial"/>
                <a:cs typeface="Arial"/>
              </a:defRPr>
            </a:defPPr>
            <a:lvl1pPr>
              <a:defRPr sz="3450" b="1">
                <a:solidFill>
                  <a:srgbClr val="0B223C"/>
                </a:solidFill>
                <a:latin typeface="Arial"/>
                <a:ea typeface="Arial"/>
                <a:cs typeface="Arial"/>
              </a:defRPr>
            </a:lvl1pPr>
            <a:lvl2pPr>
              <a:defRPr sz="3450" b="1">
                <a:solidFill>
                  <a:srgbClr val="0B223C"/>
                </a:solidFill>
                <a:latin typeface="Arial"/>
                <a:ea typeface="Arial"/>
                <a:cs typeface="Arial"/>
              </a:defRPr>
            </a:lvl2pPr>
            <a:lvl3pPr>
              <a:defRPr sz="3450" b="1">
                <a:solidFill>
                  <a:srgbClr val="0B223C"/>
                </a:solidFill>
                <a:latin typeface="Arial"/>
                <a:ea typeface="Arial"/>
                <a:cs typeface="Arial"/>
              </a:defRPr>
            </a:lvl3pPr>
            <a:lvl4pPr>
              <a:defRPr sz="3450" b="1">
                <a:solidFill>
                  <a:srgbClr val="0B223C"/>
                </a:solidFill>
                <a:latin typeface="Arial"/>
                <a:ea typeface="Arial"/>
                <a:cs typeface="Arial"/>
              </a:defRPr>
            </a:lvl4pPr>
            <a:lvl5pPr>
              <a:defRPr sz="3450" b="1">
                <a:solidFill>
                  <a:srgbClr val="0B223C"/>
                </a:solidFill>
                <a:latin typeface="Arial"/>
                <a:ea typeface="Arial"/>
                <a:cs typeface="Arial"/>
              </a:defRPr>
            </a:lvl5pPr>
            <a:lvl6pPr>
              <a:defRPr sz="3450" b="1">
                <a:solidFill>
                  <a:srgbClr val="0B223C"/>
                </a:solidFill>
                <a:latin typeface="Arial"/>
                <a:ea typeface="Arial"/>
                <a:cs typeface="Arial"/>
              </a:defRPr>
            </a:lvl6pPr>
            <a:lvl7pPr>
              <a:defRPr sz="3450" b="1">
                <a:solidFill>
                  <a:srgbClr val="0B223C"/>
                </a:solidFill>
                <a:latin typeface="Arial"/>
                <a:ea typeface="Arial"/>
                <a:cs typeface="Arial"/>
              </a:defRPr>
            </a:lvl7pPr>
            <a:lvl8pPr>
              <a:defRPr sz="3450" b="1">
                <a:solidFill>
                  <a:srgbClr val="0B223C"/>
                </a:solidFill>
                <a:latin typeface="Arial"/>
                <a:ea typeface="Arial"/>
                <a:cs typeface="Arial"/>
              </a:defRPr>
            </a:lvl8pPr>
            <a:lvl9pPr>
              <a:defRPr sz="3450" b="1">
                <a:solidFill>
                  <a:srgbClr val="0B223C"/>
                </a:solidFill>
                <a:latin typeface="Arial"/>
                <a:ea typeface="Arial"/>
                <a:cs typeface="Arial"/>
              </a:defRPr>
            </a:lvl9pPr>
          </a:lstStyle>
          <a:p xmlns:a="http://schemas.openxmlformats.org/drawingml/2006/main">
            <a:pPr>
              <a:defRPr sz="3450" b="1">
                <a:solidFill>
                  <a:srgbClr val="0B223C"/>
                </a:solidFill>
                <a:latin typeface="Arial"/>
                <a:ea typeface="Arial"/>
                <a:cs typeface="Arial"/>
              </a:defRPr>
            </a:pPr>
            <a:r>
              <a:rPr sz="3450" b="1">
                <a:solidFill>
                  <a:srgbClr val="0B223C"/>
                </a:solidFill>
                <a:latin typeface="Arial"/>
                <a:ea typeface="Arial"/>
                <a:cs typeface="Arial"/>
              </a:rPr>
              <a:t>Five benchmarks</a:t>
            </a:r>
          </a:p>
        </p:txBody>
      </p:sp>
      <p:sp>
        <p:nvSpPr>
          <p:cNvPr id="2" name="">
            <a:extLst xmlns:a="http://schemas.openxmlformats.org/drawingml/2006/main">
              <a:ext uri="{FF2B5EF4-FFF2-40B4-BE49-F238E27FC236}">
                <a16:creationId xmlns:a16="http://schemas.microsoft.com/office/drawing/2014/main" id="{75A7F4B3-5272-45D6-9F20-E3180817892E}"/>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35A72"/>
                </a:solidFill>
                <a:latin typeface="Arial"/>
                <a:ea typeface="Arial"/>
                <a:cs typeface="Arial"/>
              </a:defRPr>
            </a:defPPr>
            <a:lvl1pPr>
              <a:defRPr sz="2100" b="0">
                <a:solidFill>
                  <a:srgbClr val="435A72"/>
                </a:solidFill>
                <a:latin typeface="Arial"/>
                <a:ea typeface="Arial"/>
                <a:cs typeface="Arial"/>
              </a:defRPr>
            </a:lvl1pPr>
            <a:lvl2pPr>
              <a:defRPr sz="2100" b="0">
                <a:solidFill>
                  <a:srgbClr val="435A72"/>
                </a:solidFill>
                <a:latin typeface="Arial"/>
                <a:ea typeface="Arial"/>
                <a:cs typeface="Arial"/>
              </a:defRPr>
            </a:lvl2pPr>
            <a:lvl3pPr>
              <a:defRPr sz="2100" b="0">
                <a:solidFill>
                  <a:srgbClr val="435A72"/>
                </a:solidFill>
                <a:latin typeface="Arial"/>
                <a:ea typeface="Arial"/>
                <a:cs typeface="Arial"/>
              </a:defRPr>
            </a:lvl3pPr>
            <a:lvl4pPr>
              <a:defRPr sz="2100" b="0">
                <a:solidFill>
                  <a:srgbClr val="435A72"/>
                </a:solidFill>
                <a:latin typeface="Arial"/>
                <a:ea typeface="Arial"/>
                <a:cs typeface="Arial"/>
              </a:defRPr>
            </a:lvl4pPr>
            <a:lvl5pPr>
              <a:defRPr sz="2100" b="0">
                <a:solidFill>
                  <a:srgbClr val="435A72"/>
                </a:solidFill>
                <a:latin typeface="Arial"/>
                <a:ea typeface="Arial"/>
                <a:cs typeface="Arial"/>
              </a:defRPr>
            </a:lvl5pPr>
            <a:lvl6pPr>
              <a:defRPr sz="2100" b="0">
                <a:solidFill>
                  <a:srgbClr val="435A72"/>
                </a:solidFill>
                <a:latin typeface="Arial"/>
                <a:ea typeface="Arial"/>
                <a:cs typeface="Arial"/>
              </a:defRPr>
            </a:lvl6pPr>
            <a:lvl7pPr>
              <a:defRPr sz="2100" b="0">
                <a:solidFill>
                  <a:srgbClr val="435A72"/>
                </a:solidFill>
                <a:latin typeface="Arial"/>
                <a:ea typeface="Arial"/>
                <a:cs typeface="Arial"/>
              </a:defRPr>
            </a:lvl7pPr>
            <a:lvl8pPr>
              <a:defRPr sz="2100" b="0">
                <a:solidFill>
                  <a:srgbClr val="435A72"/>
                </a:solidFill>
                <a:latin typeface="Arial"/>
                <a:ea typeface="Arial"/>
                <a:cs typeface="Arial"/>
              </a:defRPr>
            </a:lvl8pPr>
            <a:lvl9pPr>
              <a:defRPr sz="2100" b="0">
                <a:solidFill>
                  <a:srgbClr val="435A72"/>
                </a:solidFill>
                <a:latin typeface="Arial"/>
                <a:ea typeface="Arial"/>
                <a:cs typeface="Arial"/>
              </a:defRPr>
            </a:lvl9pPr>
          </a:lstStyle>
          <a:p xmlns:a="http://schemas.openxmlformats.org/drawingml/2006/main">
            <a:pPr>
              <a:defRPr sz="2100" b="0">
                <a:solidFill>
                  <a:srgbClr val="435A72"/>
                </a:solidFill>
                <a:latin typeface="Arial"/>
                <a:ea typeface="Arial"/>
                <a:cs typeface="Arial"/>
              </a:defRPr>
            </a:pPr>
            <a:r>
              <a:rPr sz="2100" b="0">
                <a:solidFill>
                  <a:srgbClr val="435A72"/>
                </a:solidFill>
                <a:latin typeface="Arial"/>
                <a:ea typeface="Arial"/>
                <a:cs typeface="Arial"/>
              </a:rPr>
              <a:t>Activities and examples make products easier to explore</a:t>
            </a:r>
          </a:p>
        </p:txBody>
      </p:sp>
      <p:sp>
        <p:nvSpPr>
          <p:cNvPr id="3" name="">
            <a:extLst xmlns:a="http://schemas.openxmlformats.org/drawingml/2006/main">
              <a:ext uri="{FF2B5EF4-FFF2-40B4-BE49-F238E27FC236}">
                <a16:creationId xmlns:a16="http://schemas.microsoft.com/office/drawing/2014/main" id="{FE42F4F6-28A0-4899-9E4C-E36B28FA7880}"/>
              </a:ext>
            </a:extLst>
          </p:cNvPr>
          <p:cNvSpPr>
            <a:spLocks xmlns:a="http://schemas.openxmlformats.org/drawingml/2006/main" noGrp="1"/>
          </p:cNvSpPr>
          <p:nvPr/>
        </p:nvSpPr>
        <p:spPr>
          <a:xfrm xmlns:a="http://schemas.openxmlformats.org/drawingml/2006/main">
            <a:off x="685800" y="2895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LangChain: organize discovery around work stages.</a:t>
            </a:r>
          </a:p>
        </p:txBody>
      </p:sp>
      <p:sp>
        <p:nvSpPr>
          <p:cNvPr id="4" name="">
            <a:extLst xmlns:a="http://schemas.openxmlformats.org/drawingml/2006/main">
              <a:ext uri="{FF2B5EF4-FFF2-40B4-BE49-F238E27FC236}">
                <a16:creationId xmlns:a16="http://schemas.microsoft.com/office/drawing/2014/main" id="{44E9934C-1F1D-42F5-95BB-2A87C722B68D}"/>
              </a:ext>
            </a:extLst>
          </p:cNvPr>
          <p:cNvSpPr>
            <a:spLocks xmlns:a="http://schemas.openxmlformats.org/drawingml/2006/main" noGrp="1"/>
          </p:cNvSpPr>
          <p:nvPr/>
        </p:nvSpPr>
        <p:spPr>
          <a:xfrm xmlns:a="http://schemas.openxmlformats.org/drawingml/2006/main">
            <a:off x="685800" y="38481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Intercom and Notion: explain recognizable capabilities.</a:t>
            </a:r>
          </a:p>
        </p:txBody>
      </p:sp>
      <p:sp>
        <p:nvSpPr>
          <p:cNvPr id="5" name="">
            <a:extLst xmlns:a="http://schemas.openxmlformats.org/drawingml/2006/main">
              <a:ext uri="{FF2B5EF4-FFF2-40B4-BE49-F238E27FC236}">
                <a16:creationId xmlns:a16="http://schemas.microsoft.com/office/drawing/2014/main" id="{775130F9-63A5-4B6A-ABFD-DE41F8DF49E3}"/>
              </a:ext>
            </a:extLst>
          </p:cNvPr>
          <p:cNvSpPr>
            <a:spLocks xmlns:a="http://schemas.openxmlformats.org/drawingml/2006/main" noGrp="1"/>
          </p:cNvSpPr>
          <p:nvPr/>
        </p:nvSpPr>
        <p:spPr>
          <a:xfrm xmlns:a="http://schemas.openxmlformats.org/drawingml/2006/main">
            <a:off x="685800" y="4800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Linear and Zapier: connect products to workflows.</a:t>
            </a:r>
          </a:p>
        </p:txBody>
      </p:sp>
      <p:sp>
        <p:nvSpPr>
          <p:cNvPr id="6" name="">
            <a:extLst xmlns:a="http://schemas.openxmlformats.org/drawingml/2006/main">
              <a:ext uri="{FF2B5EF4-FFF2-40B4-BE49-F238E27FC236}">
                <a16:creationId xmlns:a16="http://schemas.microsoft.com/office/drawing/2014/main" id="{1C4D2256-5D7D-440E-BCD2-028B8D841705}"/>
              </a:ext>
            </a:extLst>
          </p:cNvPr>
          <p:cNvSpPr>
            <a:spLocks xmlns:a="http://schemas.openxmlformats.org/drawingml/2006/main" noGrp="1"/>
          </p:cNvSpPr>
          <p:nvPr/>
        </p:nvSpPr>
        <p:spPr>
          <a:xfrm xmlns:a="http://schemas.openxmlformats.org/drawingml/2006/main">
            <a:off x="10572750" y="6286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A72"/>
                </a:solidFill>
                <a:latin typeface="Arial"/>
                <a:ea typeface="Arial"/>
                <a:cs typeface="Arial"/>
              </a:defRPr>
            </a:defPPr>
            <a:lvl1pPr>
              <a:defRPr sz="1350" b="0">
                <a:solidFill>
                  <a:srgbClr val="435A72"/>
                </a:solidFill>
                <a:latin typeface="Arial"/>
                <a:ea typeface="Arial"/>
                <a:cs typeface="Arial"/>
              </a:defRPr>
            </a:lvl1pPr>
            <a:lvl2pPr>
              <a:defRPr sz="1350" b="0">
                <a:solidFill>
                  <a:srgbClr val="435A72"/>
                </a:solidFill>
                <a:latin typeface="Arial"/>
                <a:ea typeface="Arial"/>
                <a:cs typeface="Arial"/>
              </a:defRPr>
            </a:lvl2pPr>
            <a:lvl3pPr>
              <a:defRPr sz="1350" b="0">
                <a:solidFill>
                  <a:srgbClr val="435A72"/>
                </a:solidFill>
                <a:latin typeface="Arial"/>
                <a:ea typeface="Arial"/>
                <a:cs typeface="Arial"/>
              </a:defRPr>
            </a:lvl3pPr>
            <a:lvl4pPr>
              <a:defRPr sz="1350" b="0">
                <a:solidFill>
                  <a:srgbClr val="435A72"/>
                </a:solidFill>
                <a:latin typeface="Arial"/>
                <a:ea typeface="Arial"/>
                <a:cs typeface="Arial"/>
              </a:defRPr>
            </a:lvl4pPr>
            <a:lvl5pPr>
              <a:defRPr sz="1350" b="0">
                <a:solidFill>
                  <a:srgbClr val="435A72"/>
                </a:solidFill>
                <a:latin typeface="Arial"/>
                <a:ea typeface="Arial"/>
                <a:cs typeface="Arial"/>
              </a:defRPr>
            </a:lvl5pPr>
            <a:lvl6pPr>
              <a:defRPr sz="1350" b="0">
                <a:solidFill>
                  <a:srgbClr val="435A72"/>
                </a:solidFill>
                <a:latin typeface="Arial"/>
                <a:ea typeface="Arial"/>
                <a:cs typeface="Arial"/>
              </a:defRPr>
            </a:lvl6pPr>
            <a:lvl7pPr>
              <a:defRPr sz="1350" b="0">
                <a:solidFill>
                  <a:srgbClr val="435A72"/>
                </a:solidFill>
                <a:latin typeface="Arial"/>
                <a:ea typeface="Arial"/>
                <a:cs typeface="Arial"/>
              </a:defRPr>
            </a:lvl7pPr>
            <a:lvl8pPr>
              <a:defRPr sz="1350" b="0">
                <a:solidFill>
                  <a:srgbClr val="435A72"/>
                </a:solidFill>
                <a:latin typeface="Arial"/>
                <a:ea typeface="Arial"/>
                <a:cs typeface="Arial"/>
              </a:defRPr>
            </a:lvl8pPr>
            <a:lvl9pPr>
              <a:defRPr sz="1350" b="0">
                <a:solidFill>
                  <a:srgbClr val="435A72"/>
                </a:solidFill>
                <a:latin typeface="Arial"/>
                <a:ea typeface="Arial"/>
                <a:cs typeface="Arial"/>
              </a:defRPr>
            </a:lvl9pPr>
          </a:lstStyle>
          <a:p xmlns:a="http://schemas.openxmlformats.org/drawingml/2006/main">
            <a:pPr>
              <a:defRPr sz="1350" b="0">
                <a:solidFill>
                  <a:srgbClr val="435A72"/>
                </a:solidFill>
                <a:latin typeface="Arial"/>
                <a:ea typeface="Arial"/>
                <a:cs typeface="Arial"/>
              </a:defRPr>
            </a:pPr>
            <a:r>
              <a:rPr sz="1350" b="0">
                <a:solidFill>
                  <a:srgbClr val="435A72"/>
                </a:solidFill>
                <a:latin typeface="Arial"/>
                <a:ea typeface="Arial"/>
                <a:cs typeface="Arial"/>
              </a:rPr>
              <a:t>4 / 10</a:t>
            </a:r>
          </a:p>
        </p:txBody>
      </p:sp>
    </p:spTree>
    <p:extLst>
      <p:ext uri="{BB962C8B-B14F-4D97-AF65-F5344CB8AC3E}">
        <p14:creationId xmlns:p14="http://schemas.microsoft.com/office/powerpoint/2010/main" val="6741444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BE2AD5-93F0-43D8-BD7B-39DA55AC696F}"/>
              </a:ext>
            </a:extLst>
          </p:cNvPr>
          <p:cNvSpPr>
            <a:spLocks xmlns:a="http://schemas.openxmlformats.org/drawingml/2006/main" noGrp="1"/>
          </p:cNvSpPr>
          <p:nvPr/>
        </p:nvSpPr>
        <p:spPr>
          <a:xfrm xmlns:a="http://schemas.openxmlformats.org/drawingml/2006/main">
            <a:off x="685800" y="628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B223C"/>
                </a:solidFill>
                <a:latin typeface="Arial"/>
                <a:ea typeface="Arial"/>
                <a:cs typeface="Arial"/>
              </a:defRPr>
            </a:defPPr>
            <a:lvl1pPr>
              <a:defRPr sz="3450" b="1">
                <a:solidFill>
                  <a:srgbClr val="0B223C"/>
                </a:solidFill>
                <a:latin typeface="Arial"/>
                <a:ea typeface="Arial"/>
                <a:cs typeface="Arial"/>
              </a:defRPr>
            </a:lvl1pPr>
            <a:lvl2pPr>
              <a:defRPr sz="3450" b="1">
                <a:solidFill>
                  <a:srgbClr val="0B223C"/>
                </a:solidFill>
                <a:latin typeface="Arial"/>
                <a:ea typeface="Arial"/>
                <a:cs typeface="Arial"/>
              </a:defRPr>
            </a:lvl2pPr>
            <a:lvl3pPr>
              <a:defRPr sz="3450" b="1">
                <a:solidFill>
                  <a:srgbClr val="0B223C"/>
                </a:solidFill>
                <a:latin typeface="Arial"/>
                <a:ea typeface="Arial"/>
                <a:cs typeface="Arial"/>
              </a:defRPr>
            </a:lvl3pPr>
            <a:lvl4pPr>
              <a:defRPr sz="3450" b="1">
                <a:solidFill>
                  <a:srgbClr val="0B223C"/>
                </a:solidFill>
                <a:latin typeface="Arial"/>
                <a:ea typeface="Arial"/>
                <a:cs typeface="Arial"/>
              </a:defRPr>
            </a:lvl4pPr>
            <a:lvl5pPr>
              <a:defRPr sz="3450" b="1">
                <a:solidFill>
                  <a:srgbClr val="0B223C"/>
                </a:solidFill>
                <a:latin typeface="Arial"/>
                <a:ea typeface="Arial"/>
                <a:cs typeface="Arial"/>
              </a:defRPr>
            </a:lvl5pPr>
            <a:lvl6pPr>
              <a:defRPr sz="3450" b="1">
                <a:solidFill>
                  <a:srgbClr val="0B223C"/>
                </a:solidFill>
                <a:latin typeface="Arial"/>
                <a:ea typeface="Arial"/>
                <a:cs typeface="Arial"/>
              </a:defRPr>
            </a:lvl6pPr>
            <a:lvl7pPr>
              <a:defRPr sz="3450" b="1">
                <a:solidFill>
                  <a:srgbClr val="0B223C"/>
                </a:solidFill>
                <a:latin typeface="Arial"/>
                <a:ea typeface="Arial"/>
                <a:cs typeface="Arial"/>
              </a:defRPr>
            </a:lvl7pPr>
            <a:lvl8pPr>
              <a:defRPr sz="3450" b="1">
                <a:solidFill>
                  <a:srgbClr val="0B223C"/>
                </a:solidFill>
                <a:latin typeface="Arial"/>
                <a:ea typeface="Arial"/>
                <a:cs typeface="Arial"/>
              </a:defRPr>
            </a:lvl8pPr>
            <a:lvl9pPr>
              <a:defRPr sz="3450" b="1">
                <a:solidFill>
                  <a:srgbClr val="0B223C"/>
                </a:solidFill>
                <a:latin typeface="Arial"/>
                <a:ea typeface="Arial"/>
                <a:cs typeface="Arial"/>
              </a:defRPr>
            </a:lvl9pPr>
          </a:lstStyle>
          <a:p xmlns:a="http://schemas.openxmlformats.org/drawingml/2006/main">
            <a:pPr>
              <a:defRPr sz="3450" b="1">
                <a:solidFill>
                  <a:srgbClr val="0B223C"/>
                </a:solidFill>
                <a:latin typeface="Arial"/>
                <a:ea typeface="Arial"/>
                <a:cs typeface="Arial"/>
              </a:defRPr>
            </a:pPr>
            <a:r>
              <a:rPr sz="3450" b="1">
                <a:solidFill>
                  <a:srgbClr val="0B223C"/>
                </a:solidFill>
                <a:latin typeface="Arial"/>
                <a:ea typeface="Arial"/>
                <a:cs typeface="Arial"/>
              </a:rPr>
              <a:t>Homepage structure</a:t>
            </a:r>
          </a:p>
        </p:txBody>
      </p:sp>
      <p:sp>
        <p:nvSpPr>
          <p:cNvPr id="2" name="">
            <a:extLst xmlns:a="http://schemas.openxmlformats.org/drawingml/2006/main">
              <a:ext uri="{FF2B5EF4-FFF2-40B4-BE49-F238E27FC236}">
                <a16:creationId xmlns:a16="http://schemas.microsoft.com/office/drawing/2014/main" id="{A7175E08-C56D-46D0-ADB4-FC45F2847E4A}"/>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35A72"/>
                </a:solidFill>
                <a:latin typeface="Arial"/>
                <a:ea typeface="Arial"/>
                <a:cs typeface="Arial"/>
              </a:defRPr>
            </a:defPPr>
            <a:lvl1pPr>
              <a:defRPr sz="2100" b="0">
                <a:solidFill>
                  <a:srgbClr val="435A72"/>
                </a:solidFill>
                <a:latin typeface="Arial"/>
                <a:ea typeface="Arial"/>
                <a:cs typeface="Arial"/>
              </a:defRPr>
            </a:lvl1pPr>
            <a:lvl2pPr>
              <a:defRPr sz="2100" b="0">
                <a:solidFill>
                  <a:srgbClr val="435A72"/>
                </a:solidFill>
                <a:latin typeface="Arial"/>
                <a:ea typeface="Arial"/>
                <a:cs typeface="Arial"/>
              </a:defRPr>
            </a:lvl2pPr>
            <a:lvl3pPr>
              <a:defRPr sz="2100" b="0">
                <a:solidFill>
                  <a:srgbClr val="435A72"/>
                </a:solidFill>
                <a:latin typeface="Arial"/>
                <a:ea typeface="Arial"/>
                <a:cs typeface="Arial"/>
              </a:defRPr>
            </a:lvl3pPr>
            <a:lvl4pPr>
              <a:defRPr sz="2100" b="0">
                <a:solidFill>
                  <a:srgbClr val="435A72"/>
                </a:solidFill>
                <a:latin typeface="Arial"/>
                <a:ea typeface="Arial"/>
                <a:cs typeface="Arial"/>
              </a:defRPr>
            </a:lvl4pPr>
            <a:lvl5pPr>
              <a:defRPr sz="2100" b="0">
                <a:solidFill>
                  <a:srgbClr val="435A72"/>
                </a:solidFill>
                <a:latin typeface="Arial"/>
                <a:ea typeface="Arial"/>
                <a:cs typeface="Arial"/>
              </a:defRPr>
            </a:lvl5pPr>
            <a:lvl6pPr>
              <a:defRPr sz="2100" b="0">
                <a:solidFill>
                  <a:srgbClr val="435A72"/>
                </a:solidFill>
                <a:latin typeface="Arial"/>
                <a:ea typeface="Arial"/>
                <a:cs typeface="Arial"/>
              </a:defRPr>
            </a:lvl6pPr>
            <a:lvl7pPr>
              <a:defRPr sz="2100" b="0">
                <a:solidFill>
                  <a:srgbClr val="435A72"/>
                </a:solidFill>
                <a:latin typeface="Arial"/>
                <a:ea typeface="Arial"/>
                <a:cs typeface="Arial"/>
              </a:defRPr>
            </a:lvl7pPr>
            <a:lvl8pPr>
              <a:defRPr sz="2100" b="0">
                <a:solidFill>
                  <a:srgbClr val="435A72"/>
                </a:solidFill>
                <a:latin typeface="Arial"/>
                <a:ea typeface="Arial"/>
                <a:cs typeface="Arial"/>
              </a:defRPr>
            </a:lvl8pPr>
            <a:lvl9pPr>
              <a:defRPr sz="2100" b="0">
                <a:solidFill>
                  <a:srgbClr val="435A72"/>
                </a:solidFill>
                <a:latin typeface="Arial"/>
                <a:ea typeface="Arial"/>
                <a:cs typeface="Arial"/>
              </a:defRPr>
            </a:lvl9pPr>
          </a:lstStyle>
          <a:p xmlns:a="http://schemas.openxmlformats.org/drawingml/2006/main">
            <a:pPr>
              <a:defRPr sz="2100" b="0">
                <a:solidFill>
                  <a:srgbClr val="435A72"/>
                </a:solidFill>
                <a:latin typeface="Arial"/>
                <a:ea typeface="Arial"/>
                <a:cs typeface="Arial"/>
              </a:defRPr>
            </a:pPr>
            <a:r>
              <a:rPr sz="2100" b="0">
                <a:solidFill>
                  <a:srgbClr val="435A72"/>
                </a:solidFill>
                <a:latin typeface="Arial"/>
                <a:ea typeface="Arial"/>
                <a:cs typeface="Arial"/>
              </a:rPr>
              <a:t>The approved journey</a:t>
            </a:r>
          </a:p>
        </p:txBody>
      </p:sp>
      <p:sp>
        <p:nvSpPr>
          <p:cNvPr id="3" name="">
            <a:extLst xmlns:a="http://schemas.openxmlformats.org/drawingml/2006/main">
              <a:ext uri="{FF2B5EF4-FFF2-40B4-BE49-F238E27FC236}">
                <a16:creationId xmlns:a16="http://schemas.microsoft.com/office/drawing/2014/main" id="{4976BB2D-1D25-44B0-98EE-28AB3B85E591}"/>
              </a:ext>
            </a:extLst>
          </p:cNvPr>
          <p:cNvSpPr>
            <a:spLocks xmlns:a="http://schemas.openxmlformats.org/drawingml/2006/main" noGrp="1"/>
          </p:cNvSpPr>
          <p:nvPr/>
        </p:nvSpPr>
        <p:spPr>
          <a:xfrm xmlns:a="http://schemas.openxmlformats.org/drawingml/2006/main">
            <a:off x="685800" y="289560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Motto and platform introduction</a:t>
            </a:r>
          </a:p>
        </p:txBody>
      </p:sp>
      <p:sp>
        <p:nvSpPr>
          <p:cNvPr id="4" name="">
            <a:extLst xmlns:a="http://schemas.openxmlformats.org/drawingml/2006/main">
              <a:ext uri="{FF2B5EF4-FFF2-40B4-BE49-F238E27FC236}">
                <a16:creationId xmlns:a16="http://schemas.microsoft.com/office/drawing/2014/main" id="{F4F23F8B-9B94-49B7-8D1B-A45C2ECDDD10}"/>
              </a:ext>
            </a:extLst>
          </p:cNvPr>
          <p:cNvSpPr>
            <a:spLocks xmlns:a="http://schemas.openxmlformats.org/drawingml/2006/main" noGrp="1"/>
          </p:cNvSpPr>
          <p:nvPr/>
        </p:nvSpPr>
        <p:spPr>
          <a:xfrm xmlns:a="http://schemas.openxmlformats.org/drawingml/2006/main">
            <a:off x="685800" y="384810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Six products, Why A3i and workflow exploration</a:t>
            </a:r>
          </a:p>
        </p:txBody>
      </p:sp>
      <p:sp>
        <p:nvSpPr>
          <p:cNvPr id="5" name="">
            <a:extLst xmlns:a="http://schemas.openxmlformats.org/drawingml/2006/main">
              <a:ext uri="{FF2B5EF4-FFF2-40B4-BE49-F238E27FC236}">
                <a16:creationId xmlns:a16="http://schemas.microsoft.com/office/drawing/2014/main" id="{2294DA18-27AC-4E90-A99E-18F909EA7445}"/>
              </a:ext>
            </a:extLst>
          </p:cNvPr>
          <p:cNvSpPr>
            <a:spLocks xmlns:a="http://schemas.openxmlformats.org/drawingml/2006/main" noGrp="1"/>
          </p:cNvSpPr>
          <p:nvPr/>
        </p:nvSpPr>
        <p:spPr>
          <a:xfrm xmlns:a="http://schemas.openxmlformats.org/drawingml/2006/main">
            <a:off x="685800" y="480060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Apps / Ants / Agents, examples and demo CTA</a:t>
            </a:r>
          </a:p>
        </p:txBody>
      </p:sp>
      <p:pic>
        <p:nvPicPr>
          <p:cNvPr id="6" name="">
            <a:extLst xmlns:a="http://schemas.openxmlformats.org/drawingml/2006/main">
              <a:ext uri="{FF2B5EF4-FFF2-40B4-BE49-F238E27FC236}">
                <a16:creationId xmlns:a16="http://schemas.microsoft.com/office/drawing/2014/main" id="{89D9C1EE-C857-4AE3-ADB6-B1E7D5BFFDC3}"/>
              </a:ext>
            </a:extLst>
          </p:cNvPr>
          <p:cNvPicPr>
            <a:picLocks xmlns:a="http://schemas.openxmlformats.org/drawingml/2006/main" noChangeAspect="1"/>
          </p:cNvPicPr>
          <p:nvPr/>
        </p:nvPicPr>
        <p:blipFill>
          <a:blip xmlns:r="http://schemas.openxmlformats.org/officeDocument/2006/relationships" xmlns:a="http://schemas.openxmlformats.org/drawingml/2006/main" r:embed="R2362f8370ba3465f"/>
          <a:stretch xmlns:a="http://schemas.openxmlformats.org/drawingml/2006/main"/>
        </p:blipFill>
        <p:spPr>
          <a:xfrm xmlns:a="http://schemas.openxmlformats.org/drawingml/2006/main">
            <a:off x="5953125" y="2779154"/>
            <a:ext cx="5524500" cy="310944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9D67F07-4F16-40CB-B101-152F262F0BF2}"/>
              </a:ext>
            </a:extLst>
          </p:cNvPr>
          <p:cNvSpPr>
            <a:spLocks xmlns:a="http://schemas.openxmlformats.org/drawingml/2006/main" noGrp="1"/>
          </p:cNvSpPr>
          <p:nvPr/>
        </p:nvSpPr>
        <p:spPr>
          <a:xfrm xmlns:a="http://schemas.openxmlformats.org/drawingml/2006/main">
            <a:off x="10572750" y="6286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A72"/>
                </a:solidFill>
                <a:latin typeface="Arial"/>
                <a:ea typeface="Arial"/>
                <a:cs typeface="Arial"/>
              </a:defRPr>
            </a:defPPr>
            <a:lvl1pPr>
              <a:defRPr sz="1350" b="0">
                <a:solidFill>
                  <a:srgbClr val="435A72"/>
                </a:solidFill>
                <a:latin typeface="Arial"/>
                <a:ea typeface="Arial"/>
                <a:cs typeface="Arial"/>
              </a:defRPr>
            </a:lvl1pPr>
            <a:lvl2pPr>
              <a:defRPr sz="1350" b="0">
                <a:solidFill>
                  <a:srgbClr val="435A72"/>
                </a:solidFill>
                <a:latin typeface="Arial"/>
                <a:ea typeface="Arial"/>
                <a:cs typeface="Arial"/>
              </a:defRPr>
            </a:lvl2pPr>
            <a:lvl3pPr>
              <a:defRPr sz="1350" b="0">
                <a:solidFill>
                  <a:srgbClr val="435A72"/>
                </a:solidFill>
                <a:latin typeface="Arial"/>
                <a:ea typeface="Arial"/>
                <a:cs typeface="Arial"/>
              </a:defRPr>
            </a:lvl3pPr>
            <a:lvl4pPr>
              <a:defRPr sz="1350" b="0">
                <a:solidFill>
                  <a:srgbClr val="435A72"/>
                </a:solidFill>
                <a:latin typeface="Arial"/>
                <a:ea typeface="Arial"/>
                <a:cs typeface="Arial"/>
              </a:defRPr>
            </a:lvl4pPr>
            <a:lvl5pPr>
              <a:defRPr sz="1350" b="0">
                <a:solidFill>
                  <a:srgbClr val="435A72"/>
                </a:solidFill>
                <a:latin typeface="Arial"/>
                <a:ea typeface="Arial"/>
                <a:cs typeface="Arial"/>
              </a:defRPr>
            </a:lvl5pPr>
            <a:lvl6pPr>
              <a:defRPr sz="1350" b="0">
                <a:solidFill>
                  <a:srgbClr val="435A72"/>
                </a:solidFill>
                <a:latin typeface="Arial"/>
                <a:ea typeface="Arial"/>
                <a:cs typeface="Arial"/>
              </a:defRPr>
            </a:lvl6pPr>
            <a:lvl7pPr>
              <a:defRPr sz="1350" b="0">
                <a:solidFill>
                  <a:srgbClr val="435A72"/>
                </a:solidFill>
                <a:latin typeface="Arial"/>
                <a:ea typeface="Arial"/>
                <a:cs typeface="Arial"/>
              </a:defRPr>
            </a:lvl7pPr>
            <a:lvl8pPr>
              <a:defRPr sz="1350" b="0">
                <a:solidFill>
                  <a:srgbClr val="435A72"/>
                </a:solidFill>
                <a:latin typeface="Arial"/>
                <a:ea typeface="Arial"/>
                <a:cs typeface="Arial"/>
              </a:defRPr>
            </a:lvl8pPr>
            <a:lvl9pPr>
              <a:defRPr sz="1350" b="0">
                <a:solidFill>
                  <a:srgbClr val="435A72"/>
                </a:solidFill>
                <a:latin typeface="Arial"/>
                <a:ea typeface="Arial"/>
                <a:cs typeface="Arial"/>
              </a:defRPr>
            </a:lvl9pPr>
          </a:lstStyle>
          <a:p xmlns:a="http://schemas.openxmlformats.org/drawingml/2006/main">
            <a:pPr>
              <a:defRPr sz="1350" b="0">
                <a:solidFill>
                  <a:srgbClr val="435A72"/>
                </a:solidFill>
                <a:latin typeface="Arial"/>
                <a:ea typeface="Arial"/>
                <a:cs typeface="Arial"/>
              </a:defRPr>
            </a:pPr>
            <a:r>
              <a:rPr sz="1350" b="0">
                <a:solidFill>
                  <a:srgbClr val="435A72"/>
                </a:solidFill>
                <a:latin typeface="Arial"/>
                <a:ea typeface="Arial"/>
                <a:cs typeface="Arial"/>
              </a:rPr>
              <a:t>5 / 10</a:t>
            </a:r>
          </a:p>
        </p:txBody>
      </p:sp>
    </p:spTree>
    <p:extLst>
      <p:ext uri="{BB962C8B-B14F-4D97-AF65-F5344CB8AC3E}">
        <p14:creationId xmlns:p14="http://schemas.microsoft.com/office/powerpoint/2010/main" val="9570504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FB8F29-1557-402F-89C7-E8E1C27FA35C}"/>
              </a:ext>
            </a:extLst>
          </p:cNvPr>
          <p:cNvSpPr>
            <a:spLocks xmlns:a="http://schemas.openxmlformats.org/drawingml/2006/main" noGrp="1"/>
          </p:cNvSpPr>
          <p:nvPr/>
        </p:nvSpPr>
        <p:spPr>
          <a:xfrm xmlns:a="http://schemas.openxmlformats.org/drawingml/2006/main">
            <a:off x="685800" y="628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B223C"/>
                </a:solidFill>
                <a:latin typeface="Arial"/>
                <a:ea typeface="Arial"/>
                <a:cs typeface="Arial"/>
              </a:defRPr>
            </a:defPPr>
            <a:lvl1pPr>
              <a:defRPr sz="3450" b="1">
                <a:solidFill>
                  <a:srgbClr val="0B223C"/>
                </a:solidFill>
                <a:latin typeface="Arial"/>
                <a:ea typeface="Arial"/>
                <a:cs typeface="Arial"/>
              </a:defRPr>
            </a:lvl1pPr>
            <a:lvl2pPr>
              <a:defRPr sz="3450" b="1">
                <a:solidFill>
                  <a:srgbClr val="0B223C"/>
                </a:solidFill>
                <a:latin typeface="Arial"/>
                <a:ea typeface="Arial"/>
                <a:cs typeface="Arial"/>
              </a:defRPr>
            </a:lvl2pPr>
            <a:lvl3pPr>
              <a:defRPr sz="3450" b="1">
                <a:solidFill>
                  <a:srgbClr val="0B223C"/>
                </a:solidFill>
                <a:latin typeface="Arial"/>
                <a:ea typeface="Arial"/>
                <a:cs typeface="Arial"/>
              </a:defRPr>
            </a:lvl3pPr>
            <a:lvl4pPr>
              <a:defRPr sz="3450" b="1">
                <a:solidFill>
                  <a:srgbClr val="0B223C"/>
                </a:solidFill>
                <a:latin typeface="Arial"/>
                <a:ea typeface="Arial"/>
                <a:cs typeface="Arial"/>
              </a:defRPr>
            </a:lvl4pPr>
            <a:lvl5pPr>
              <a:defRPr sz="3450" b="1">
                <a:solidFill>
                  <a:srgbClr val="0B223C"/>
                </a:solidFill>
                <a:latin typeface="Arial"/>
                <a:ea typeface="Arial"/>
                <a:cs typeface="Arial"/>
              </a:defRPr>
            </a:lvl5pPr>
            <a:lvl6pPr>
              <a:defRPr sz="3450" b="1">
                <a:solidFill>
                  <a:srgbClr val="0B223C"/>
                </a:solidFill>
                <a:latin typeface="Arial"/>
                <a:ea typeface="Arial"/>
                <a:cs typeface="Arial"/>
              </a:defRPr>
            </a:lvl6pPr>
            <a:lvl7pPr>
              <a:defRPr sz="3450" b="1">
                <a:solidFill>
                  <a:srgbClr val="0B223C"/>
                </a:solidFill>
                <a:latin typeface="Arial"/>
                <a:ea typeface="Arial"/>
                <a:cs typeface="Arial"/>
              </a:defRPr>
            </a:lvl7pPr>
            <a:lvl8pPr>
              <a:defRPr sz="3450" b="1">
                <a:solidFill>
                  <a:srgbClr val="0B223C"/>
                </a:solidFill>
                <a:latin typeface="Arial"/>
                <a:ea typeface="Arial"/>
                <a:cs typeface="Arial"/>
              </a:defRPr>
            </a:lvl8pPr>
            <a:lvl9pPr>
              <a:defRPr sz="3450" b="1">
                <a:solidFill>
                  <a:srgbClr val="0B223C"/>
                </a:solidFill>
                <a:latin typeface="Arial"/>
                <a:ea typeface="Arial"/>
                <a:cs typeface="Arial"/>
              </a:defRPr>
            </a:lvl9pPr>
          </a:lstStyle>
          <a:p xmlns:a="http://schemas.openxmlformats.org/drawingml/2006/main">
            <a:pPr>
              <a:defRPr sz="3450" b="1">
                <a:solidFill>
                  <a:srgbClr val="0B223C"/>
                </a:solidFill>
                <a:latin typeface="Arial"/>
                <a:ea typeface="Arial"/>
                <a:cs typeface="Arial"/>
              </a:defRPr>
            </a:pPr>
            <a:r>
              <a:rPr sz="3450" b="1">
                <a:solidFill>
                  <a:srgbClr val="0B223C"/>
                </a:solidFill>
                <a:latin typeface="Arial"/>
                <a:ea typeface="Arial"/>
                <a:cs typeface="Arial"/>
              </a:rPr>
              <a:t>Responsive interaction</a:t>
            </a:r>
          </a:p>
        </p:txBody>
      </p:sp>
      <p:sp>
        <p:nvSpPr>
          <p:cNvPr id="2" name="">
            <a:extLst xmlns:a="http://schemas.openxmlformats.org/drawingml/2006/main">
              <a:ext uri="{FF2B5EF4-FFF2-40B4-BE49-F238E27FC236}">
                <a16:creationId xmlns:a16="http://schemas.microsoft.com/office/drawing/2014/main" id="{658A2C24-8EC9-4122-80D9-03C2CD750DD7}"/>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35A72"/>
                </a:solidFill>
                <a:latin typeface="Arial"/>
                <a:ea typeface="Arial"/>
                <a:cs typeface="Arial"/>
              </a:defRPr>
            </a:defPPr>
            <a:lvl1pPr>
              <a:defRPr sz="2100" b="0">
                <a:solidFill>
                  <a:srgbClr val="435A72"/>
                </a:solidFill>
                <a:latin typeface="Arial"/>
                <a:ea typeface="Arial"/>
                <a:cs typeface="Arial"/>
              </a:defRPr>
            </a:lvl1pPr>
            <a:lvl2pPr>
              <a:defRPr sz="2100" b="0">
                <a:solidFill>
                  <a:srgbClr val="435A72"/>
                </a:solidFill>
                <a:latin typeface="Arial"/>
                <a:ea typeface="Arial"/>
                <a:cs typeface="Arial"/>
              </a:defRPr>
            </a:lvl2pPr>
            <a:lvl3pPr>
              <a:defRPr sz="2100" b="0">
                <a:solidFill>
                  <a:srgbClr val="435A72"/>
                </a:solidFill>
                <a:latin typeface="Arial"/>
                <a:ea typeface="Arial"/>
                <a:cs typeface="Arial"/>
              </a:defRPr>
            </a:lvl3pPr>
            <a:lvl4pPr>
              <a:defRPr sz="2100" b="0">
                <a:solidFill>
                  <a:srgbClr val="435A72"/>
                </a:solidFill>
                <a:latin typeface="Arial"/>
                <a:ea typeface="Arial"/>
                <a:cs typeface="Arial"/>
              </a:defRPr>
            </a:lvl4pPr>
            <a:lvl5pPr>
              <a:defRPr sz="2100" b="0">
                <a:solidFill>
                  <a:srgbClr val="435A72"/>
                </a:solidFill>
                <a:latin typeface="Arial"/>
                <a:ea typeface="Arial"/>
                <a:cs typeface="Arial"/>
              </a:defRPr>
            </a:lvl5pPr>
            <a:lvl6pPr>
              <a:defRPr sz="2100" b="0">
                <a:solidFill>
                  <a:srgbClr val="435A72"/>
                </a:solidFill>
                <a:latin typeface="Arial"/>
                <a:ea typeface="Arial"/>
                <a:cs typeface="Arial"/>
              </a:defRPr>
            </a:lvl6pPr>
            <a:lvl7pPr>
              <a:defRPr sz="2100" b="0">
                <a:solidFill>
                  <a:srgbClr val="435A72"/>
                </a:solidFill>
                <a:latin typeface="Arial"/>
                <a:ea typeface="Arial"/>
                <a:cs typeface="Arial"/>
              </a:defRPr>
            </a:lvl7pPr>
            <a:lvl8pPr>
              <a:defRPr sz="2100" b="0">
                <a:solidFill>
                  <a:srgbClr val="435A72"/>
                </a:solidFill>
                <a:latin typeface="Arial"/>
                <a:ea typeface="Arial"/>
                <a:cs typeface="Arial"/>
              </a:defRPr>
            </a:lvl8pPr>
            <a:lvl9pPr>
              <a:defRPr sz="2100" b="0">
                <a:solidFill>
                  <a:srgbClr val="435A72"/>
                </a:solidFill>
                <a:latin typeface="Arial"/>
                <a:ea typeface="Arial"/>
                <a:cs typeface="Arial"/>
              </a:defRPr>
            </a:lvl9pPr>
          </a:lstStyle>
          <a:p xmlns:a="http://schemas.openxmlformats.org/drawingml/2006/main">
            <a:pPr>
              <a:defRPr sz="2100" b="0">
                <a:solidFill>
                  <a:srgbClr val="435A72"/>
                </a:solidFill>
                <a:latin typeface="Arial"/>
                <a:ea typeface="Arial"/>
                <a:cs typeface="Arial"/>
              </a:defRPr>
            </a:pPr>
            <a:r>
              <a:rPr sz="2100" b="0">
                <a:solidFill>
                  <a:srgbClr val="435A72"/>
                </a:solidFill>
                <a:latin typeface="Arial"/>
                <a:ea typeface="Arial"/>
                <a:cs typeface="Arial"/>
              </a:rPr>
              <a:t>Readable content with optional motion</a:t>
            </a:r>
          </a:p>
        </p:txBody>
      </p:sp>
      <p:sp>
        <p:nvSpPr>
          <p:cNvPr id="3" name="">
            <a:extLst xmlns:a="http://schemas.openxmlformats.org/drawingml/2006/main">
              <a:ext uri="{FF2B5EF4-FFF2-40B4-BE49-F238E27FC236}">
                <a16:creationId xmlns:a16="http://schemas.microsoft.com/office/drawing/2014/main" id="{E77A2FF4-10CE-4D82-B6EC-5BED696811FF}"/>
              </a:ext>
            </a:extLst>
          </p:cNvPr>
          <p:cNvSpPr>
            <a:spLocks xmlns:a="http://schemas.openxmlformats.org/drawingml/2006/main" noGrp="1"/>
          </p:cNvSpPr>
          <p:nvPr/>
        </p:nvSpPr>
        <p:spPr>
          <a:xfrm xmlns:a="http://schemas.openxmlformats.org/drawingml/2006/main">
            <a:off x="685800" y="289560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Keyboard controls and visible focus</a:t>
            </a:r>
          </a:p>
        </p:txBody>
      </p:sp>
      <p:sp>
        <p:nvSpPr>
          <p:cNvPr id="4" name="">
            <a:extLst xmlns:a="http://schemas.openxmlformats.org/drawingml/2006/main">
              <a:ext uri="{FF2B5EF4-FFF2-40B4-BE49-F238E27FC236}">
                <a16:creationId xmlns:a16="http://schemas.microsoft.com/office/drawing/2014/main" id="{889F22B2-027B-49BD-8A8D-764CCB877DB9}"/>
              </a:ext>
            </a:extLst>
          </p:cNvPr>
          <p:cNvSpPr>
            <a:spLocks xmlns:a="http://schemas.openxmlformats.org/drawingml/2006/main" noGrp="1"/>
          </p:cNvSpPr>
          <p:nvPr/>
        </p:nvSpPr>
        <p:spPr>
          <a:xfrm xmlns:a="http://schemas.openxmlformats.org/drawingml/2006/main">
            <a:off x="685800" y="384810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Mobile stacking and natural text wrapping</a:t>
            </a:r>
          </a:p>
        </p:txBody>
      </p:sp>
      <p:sp>
        <p:nvSpPr>
          <p:cNvPr id="5" name="">
            <a:extLst xmlns:a="http://schemas.openxmlformats.org/drawingml/2006/main">
              <a:ext uri="{FF2B5EF4-FFF2-40B4-BE49-F238E27FC236}">
                <a16:creationId xmlns:a16="http://schemas.microsoft.com/office/drawing/2014/main" id="{20CB1218-8989-4FBC-A116-7B8C63AAED74}"/>
              </a:ext>
            </a:extLst>
          </p:cNvPr>
          <p:cNvSpPr>
            <a:spLocks xmlns:a="http://schemas.openxmlformats.org/drawingml/2006/main" noGrp="1"/>
          </p:cNvSpPr>
          <p:nvPr/>
        </p:nvSpPr>
        <p:spPr>
          <a:xfrm xmlns:a="http://schemas.openxmlformats.org/drawingml/2006/main">
            <a:off x="685800" y="480060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Reduced-motion fallbacks and replay on scroll</a:t>
            </a:r>
          </a:p>
        </p:txBody>
      </p:sp>
      <p:pic>
        <p:nvPicPr>
          <p:cNvPr id="6" name="">
            <a:extLst xmlns:a="http://schemas.openxmlformats.org/drawingml/2006/main">
              <a:ext uri="{FF2B5EF4-FFF2-40B4-BE49-F238E27FC236}">
                <a16:creationId xmlns:a16="http://schemas.microsoft.com/office/drawing/2014/main" id="{EC662094-4333-4B7A-A583-FCFF461061BF}"/>
              </a:ext>
            </a:extLst>
          </p:cNvPr>
          <p:cNvPicPr>
            <a:picLocks xmlns:a="http://schemas.openxmlformats.org/drawingml/2006/main" noChangeAspect="1"/>
          </p:cNvPicPr>
          <p:nvPr/>
        </p:nvPicPr>
        <p:blipFill>
          <a:blip xmlns:r="http://schemas.openxmlformats.org/officeDocument/2006/relationships" xmlns:a="http://schemas.openxmlformats.org/drawingml/2006/main" r:embed="R3eb5d7867e6547dd"/>
          <a:stretch xmlns:a="http://schemas.openxmlformats.org/drawingml/2006/main"/>
        </p:blipFill>
        <p:spPr>
          <a:xfrm xmlns:a="http://schemas.openxmlformats.org/drawingml/2006/main">
            <a:off x="5953125" y="2779154"/>
            <a:ext cx="5524500" cy="310944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9D6160C-BC5C-4CC0-B0CA-A12F94363DFB}"/>
              </a:ext>
            </a:extLst>
          </p:cNvPr>
          <p:cNvSpPr>
            <a:spLocks xmlns:a="http://schemas.openxmlformats.org/drawingml/2006/main" noGrp="1"/>
          </p:cNvSpPr>
          <p:nvPr/>
        </p:nvSpPr>
        <p:spPr>
          <a:xfrm xmlns:a="http://schemas.openxmlformats.org/drawingml/2006/main">
            <a:off x="10572750" y="6286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A72"/>
                </a:solidFill>
                <a:latin typeface="Arial"/>
                <a:ea typeface="Arial"/>
                <a:cs typeface="Arial"/>
              </a:defRPr>
            </a:defPPr>
            <a:lvl1pPr>
              <a:defRPr sz="1350" b="0">
                <a:solidFill>
                  <a:srgbClr val="435A72"/>
                </a:solidFill>
                <a:latin typeface="Arial"/>
                <a:ea typeface="Arial"/>
                <a:cs typeface="Arial"/>
              </a:defRPr>
            </a:lvl1pPr>
            <a:lvl2pPr>
              <a:defRPr sz="1350" b="0">
                <a:solidFill>
                  <a:srgbClr val="435A72"/>
                </a:solidFill>
                <a:latin typeface="Arial"/>
                <a:ea typeface="Arial"/>
                <a:cs typeface="Arial"/>
              </a:defRPr>
            </a:lvl2pPr>
            <a:lvl3pPr>
              <a:defRPr sz="1350" b="0">
                <a:solidFill>
                  <a:srgbClr val="435A72"/>
                </a:solidFill>
                <a:latin typeface="Arial"/>
                <a:ea typeface="Arial"/>
                <a:cs typeface="Arial"/>
              </a:defRPr>
            </a:lvl3pPr>
            <a:lvl4pPr>
              <a:defRPr sz="1350" b="0">
                <a:solidFill>
                  <a:srgbClr val="435A72"/>
                </a:solidFill>
                <a:latin typeface="Arial"/>
                <a:ea typeface="Arial"/>
                <a:cs typeface="Arial"/>
              </a:defRPr>
            </a:lvl4pPr>
            <a:lvl5pPr>
              <a:defRPr sz="1350" b="0">
                <a:solidFill>
                  <a:srgbClr val="435A72"/>
                </a:solidFill>
                <a:latin typeface="Arial"/>
                <a:ea typeface="Arial"/>
                <a:cs typeface="Arial"/>
              </a:defRPr>
            </a:lvl5pPr>
            <a:lvl6pPr>
              <a:defRPr sz="1350" b="0">
                <a:solidFill>
                  <a:srgbClr val="435A72"/>
                </a:solidFill>
                <a:latin typeface="Arial"/>
                <a:ea typeface="Arial"/>
                <a:cs typeface="Arial"/>
              </a:defRPr>
            </a:lvl6pPr>
            <a:lvl7pPr>
              <a:defRPr sz="1350" b="0">
                <a:solidFill>
                  <a:srgbClr val="435A72"/>
                </a:solidFill>
                <a:latin typeface="Arial"/>
                <a:ea typeface="Arial"/>
                <a:cs typeface="Arial"/>
              </a:defRPr>
            </a:lvl7pPr>
            <a:lvl8pPr>
              <a:defRPr sz="1350" b="0">
                <a:solidFill>
                  <a:srgbClr val="435A72"/>
                </a:solidFill>
                <a:latin typeface="Arial"/>
                <a:ea typeface="Arial"/>
                <a:cs typeface="Arial"/>
              </a:defRPr>
            </a:lvl8pPr>
            <a:lvl9pPr>
              <a:defRPr sz="1350" b="0">
                <a:solidFill>
                  <a:srgbClr val="435A72"/>
                </a:solidFill>
                <a:latin typeface="Arial"/>
                <a:ea typeface="Arial"/>
                <a:cs typeface="Arial"/>
              </a:defRPr>
            </a:lvl9pPr>
          </a:lstStyle>
          <a:p xmlns:a="http://schemas.openxmlformats.org/drawingml/2006/main">
            <a:pPr>
              <a:defRPr sz="1350" b="0">
                <a:solidFill>
                  <a:srgbClr val="435A72"/>
                </a:solidFill>
                <a:latin typeface="Arial"/>
                <a:ea typeface="Arial"/>
                <a:cs typeface="Arial"/>
              </a:defRPr>
            </a:pPr>
            <a:r>
              <a:rPr sz="1350" b="0">
                <a:solidFill>
                  <a:srgbClr val="435A72"/>
                </a:solidFill>
                <a:latin typeface="Arial"/>
                <a:ea typeface="Arial"/>
                <a:cs typeface="Arial"/>
              </a:rPr>
              <a:t>6 / 10</a:t>
            </a:r>
          </a:p>
        </p:txBody>
      </p:sp>
    </p:spTree>
    <p:extLst>
      <p:ext uri="{BB962C8B-B14F-4D97-AF65-F5344CB8AC3E}">
        <p14:creationId xmlns:p14="http://schemas.microsoft.com/office/powerpoint/2010/main" val="8392092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AFB56E-EA92-44FE-9124-6571BEFE1D5B}"/>
              </a:ext>
            </a:extLst>
          </p:cNvPr>
          <p:cNvSpPr>
            <a:spLocks xmlns:a="http://schemas.openxmlformats.org/drawingml/2006/main" noGrp="1"/>
          </p:cNvSpPr>
          <p:nvPr/>
        </p:nvSpPr>
        <p:spPr>
          <a:xfrm xmlns:a="http://schemas.openxmlformats.org/drawingml/2006/main">
            <a:off x="685800" y="628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B223C"/>
                </a:solidFill>
                <a:latin typeface="Arial"/>
                <a:ea typeface="Arial"/>
                <a:cs typeface="Arial"/>
              </a:defRPr>
            </a:defPPr>
            <a:lvl1pPr>
              <a:defRPr sz="3450" b="1">
                <a:solidFill>
                  <a:srgbClr val="0B223C"/>
                </a:solidFill>
                <a:latin typeface="Arial"/>
                <a:ea typeface="Arial"/>
                <a:cs typeface="Arial"/>
              </a:defRPr>
            </a:lvl1pPr>
            <a:lvl2pPr>
              <a:defRPr sz="3450" b="1">
                <a:solidFill>
                  <a:srgbClr val="0B223C"/>
                </a:solidFill>
                <a:latin typeface="Arial"/>
                <a:ea typeface="Arial"/>
                <a:cs typeface="Arial"/>
              </a:defRPr>
            </a:lvl2pPr>
            <a:lvl3pPr>
              <a:defRPr sz="3450" b="1">
                <a:solidFill>
                  <a:srgbClr val="0B223C"/>
                </a:solidFill>
                <a:latin typeface="Arial"/>
                <a:ea typeface="Arial"/>
                <a:cs typeface="Arial"/>
              </a:defRPr>
            </a:lvl3pPr>
            <a:lvl4pPr>
              <a:defRPr sz="3450" b="1">
                <a:solidFill>
                  <a:srgbClr val="0B223C"/>
                </a:solidFill>
                <a:latin typeface="Arial"/>
                <a:ea typeface="Arial"/>
                <a:cs typeface="Arial"/>
              </a:defRPr>
            </a:lvl4pPr>
            <a:lvl5pPr>
              <a:defRPr sz="3450" b="1">
                <a:solidFill>
                  <a:srgbClr val="0B223C"/>
                </a:solidFill>
                <a:latin typeface="Arial"/>
                <a:ea typeface="Arial"/>
                <a:cs typeface="Arial"/>
              </a:defRPr>
            </a:lvl5pPr>
            <a:lvl6pPr>
              <a:defRPr sz="3450" b="1">
                <a:solidFill>
                  <a:srgbClr val="0B223C"/>
                </a:solidFill>
                <a:latin typeface="Arial"/>
                <a:ea typeface="Arial"/>
                <a:cs typeface="Arial"/>
              </a:defRPr>
            </a:lvl6pPr>
            <a:lvl7pPr>
              <a:defRPr sz="3450" b="1">
                <a:solidFill>
                  <a:srgbClr val="0B223C"/>
                </a:solidFill>
                <a:latin typeface="Arial"/>
                <a:ea typeface="Arial"/>
                <a:cs typeface="Arial"/>
              </a:defRPr>
            </a:lvl7pPr>
            <a:lvl8pPr>
              <a:defRPr sz="3450" b="1">
                <a:solidFill>
                  <a:srgbClr val="0B223C"/>
                </a:solidFill>
                <a:latin typeface="Arial"/>
                <a:ea typeface="Arial"/>
                <a:cs typeface="Arial"/>
              </a:defRPr>
            </a:lvl8pPr>
            <a:lvl9pPr>
              <a:defRPr sz="3450" b="1">
                <a:solidFill>
                  <a:srgbClr val="0B223C"/>
                </a:solidFill>
                <a:latin typeface="Arial"/>
                <a:ea typeface="Arial"/>
                <a:cs typeface="Arial"/>
              </a:defRPr>
            </a:lvl9pPr>
          </a:lstStyle>
          <a:p xmlns:a="http://schemas.openxmlformats.org/drawingml/2006/main">
            <a:pPr>
              <a:defRPr sz="3450" b="1">
                <a:solidFill>
                  <a:srgbClr val="0B223C"/>
                </a:solidFill>
                <a:latin typeface="Arial"/>
                <a:ea typeface="Arial"/>
                <a:cs typeface="Arial"/>
              </a:defRPr>
            </a:pPr>
            <a:r>
              <a:rPr sz="3450" b="1">
                <a:solidFill>
                  <a:srgbClr val="0B223C"/>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E3A35FF8-F45C-4474-B944-28A1C2A31EA9}"/>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35A72"/>
                </a:solidFill>
                <a:latin typeface="Arial"/>
                <a:ea typeface="Arial"/>
                <a:cs typeface="Arial"/>
              </a:defRPr>
            </a:defPPr>
            <a:lvl1pPr>
              <a:defRPr sz="2100" b="0">
                <a:solidFill>
                  <a:srgbClr val="435A72"/>
                </a:solidFill>
                <a:latin typeface="Arial"/>
                <a:ea typeface="Arial"/>
                <a:cs typeface="Arial"/>
              </a:defRPr>
            </a:lvl1pPr>
            <a:lvl2pPr>
              <a:defRPr sz="2100" b="0">
                <a:solidFill>
                  <a:srgbClr val="435A72"/>
                </a:solidFill>
                <a:latin typeface="Arial"/>
                <a:ea typeface="Arial"/>
                <a:cs typeface="Arial"/>
              </a:defRPr>
            </a:lvl2pPr>
            <a:lvl3pPr>
              <a:defRPr sz="2100" b="0">
                <a:solidFill>
                  <a:srgbClr val="435A72"/>
                </a:solidFill>
                <a:latin typeface="Arial"/>
                <a:ea typeface="Arial"/>
                <a:cs typeface="Arial"/>
              </a:defRPr>
            </a:lvl3pPr>
            <a:lvl4pPr>
              <a:defRPr sz="2100" b="0">
                <a:solidFill>
                  <a:srgbClr val="435A72"/>
                </a:solidFill>
                <a:latin typeface="Arial"/>
                <a:ea typeface="Arial"/>
                <a:cs typeface="Arial"/>
              </a:defRPr>
            </a:lvl4pPr>
            <a:lvl5pPr>
              <a:defRPr sz="2100" b="0">
                <a:solidFill>
                  <a:srgbClr val="435A72"/>
                </a:solidFill>
                <a:latin typeface="Arial"/>
                <a:ea typeface="Arial"/>
                <a:cs typeface="Arial"/>
              </a:defRPr>
            </a:lvl5pPr>
            <a:lvl6pPr>
              <a:defRPr sz="2100" b="0">
                <a:solidFill>
                  <a:srgbClr val="435A72"/>
                </a:solidFill>
                <a:latin typeface="Arial"/>
                <a:ea typeface="Arial"/>
                <a:cs typeface="Arial"/>
              </a:defRPr>
            </a:lvl6pPr>
            <a:lvl7pPr>
              <a:defRPr sz="2100" b="0">
                <a:solidFill>
                  <a:srgbClr val="435A72"/>
                </a:solidFill>
                <a:latin typeface="Arial"/>
                <a:ea typeface="Arial"/>
                <a:cs typeface="Arial"/>
              </a:defRPr>
            </a:lvl7pPr>
            <a:lvl8pPr>
              <a:defRPr sz="2100" b="0">
                <a:solidFill>
                  <a:srgbClr val="435A72"/>
                </a:solidFill>
                <a:latin typeface="Arial"/>
                <a:ea typeface="Arial"/>
                <a:cs typeface="Arial"/>
              </a:defRPr>
            </a:lvl8pPr>
            <a:lvl9pPr>
              <a:defRPr sz="2100" b="0">
                <a:solidFill>
                  <a:srgbClr val="435A72"/>
                </a:solidFill>
                <a:latin typeface="Arial"/>
                <a:ea typeface="Arial"/>
                <a:cs typeface="Arial"/>
              </a:defRPr>
            </a:lvl9pPr>
          </a:lstStyle>
          <a:p xmlns:a="http://schemas.openxmlformats.org/drawingml/2006/main">
            <a:pPr>
              <a:defRPr sz="2100" b="0">
                <a:solidFill>
                  <a:srgbClr val="435A72"/>
                </a:solidFill>
                <a:latin typeface="Arial"/>
                <a:ea typeface="Arial"/>
                <a:cs typeface="Arial"/>
              </a:defRPr>
            </a:pPr>
            <a:r>
              <a:rPr sz="2100" b="0">
                <a:solidFill>
                  <a:srgbClr val="435A72"/>
                </a:solidFill>
                <a:latin typeface="Arial"/>
                <a:ea typeface="Arial"/>
                <a:cs typeface="Arial"/>
              </a:rPr>
              <a:t>Next.js frontend with a separate Python API</a:t>
            </a:r>
          </a:p>
        </p:txBody>
      </p:sp>
      <p:sp>
        <p:nvSpPr>
          <p:cNvPr id="3" name="">
            <a:extLst xmlns:a="http://schemas.openxmlformats.org/drawingml/2006/main">
              <a:ext uri="{FF2B5EF4-FFF2-40B4-BE49-F238E27FC236}">
                <a16:creationId xmlns:a16="http://schemas.microsoft.com/office/drawing/2014/main" id="{B55F4C53-2DCF-4BC0-860E-158D300987CC}"/>
              </a:ext>
            </a:extLst>
          </p:cNvPr>
          <p:cNvSpPr>
            <a:spLocks xmlns:a="http://schemas.openxmlformats.org/drawingml/2006/main" noGrp="1"/>
          </p:cNvSpPr>
          <p:nvPr/>
        </p:nvSpPr>
        <p:spPr>
          <a:xfrm xmlns:a="http://schemas.openxmlformats.org/drawingml/2006/main">
            <a:off x="685800" y="2895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React, TypeScript and Tailwind render the site.</a:t>
            </a:r>
          </a:p>
        </p:txBody>
      </p:sp>
      <p:sp>
        <p:nvSpPr>
          <p:cNvPr id="4" name="">
            <a:extLst xmlns:a="http://schemas.openxmlformats.org/drawingml/2006/main">
              <a:ext uri="{FF2B5EF4-FFF2-40B4-BE49-F238E27FC236}">
                <a16:creationId xmlns:a16="http://schemas.microsoft.com/office/drawing/2014/main" id="{FB1CFABB-41D2-4D9D-A859-90D226AC91BB}"/>
              </a:ext>
            </a:extLst>
          </p:cNvPr>
          <p:cNvSpPr>
            <a:spLocks xmlns:a="http://schemas.openxmlformats.org/drawingml/2006/main" noGrp="1"/>
          </p:cNvSpPr>
          <p:nvPr/>
        </p:nvSpPr>
        <p:spPr>
          <a:xfrm xmlns:a="http://schemas.openxmlformats.org/drawingml/2006/main">
            <a:off x="685800" y="38481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Server routes proxy chat and demo requests.</a:t>
            </a:r>
          </a:p>
        </p:txBody>
      </p:sp>
      <p:sp>
        <p:nvSpPr>
          <p:cNvPr id="5" name="">
            <a:extLst xmlns:a="http://schemas.openxmlformats.org/drawingml/2006/main">
              <a:ext uri="{FF2B5EF4-FFF2-40B4-BE49-F238E27FC236}">
                <a16:creationId xmlns:a16="http://schemas.microsoft.com/office/drawing/2014/main" id="{D06361DE-7774-4B22-8DAB-116C03372E6A}"/>
              </a:ext>
            </a:extLst>
          </p:cNvPr>
          <p:cNvSpPr>
            <a:spLocks xmlns:a="http://schemas.openxmlformats.org/drawingml/2006/main" noGrp="1"/>
          </p:cNvSpPr>
          <p:nvPr/>
        </p:nvSpPr>
        <p:spPr>
          <a:xfrm xmlns:a="http://schemas.openxmlformats.org/drawingml/2006/main">
            <a:off x="685800" y="4800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FastAPI connects retrieval, generation and storage.</a:t>
            </a:r>
          </a:p>
        </p:txBody>
      </p:sp>
      <p:sp>
        <p:nvSpPr>
          <p:cNvPr id="6" name="">
            <a:extLst xmlns:a="http://schemas.openxmlformats.org/drawingml/2006/main">
              <a:ext uri="{FF2B5EF4-FFF2-40B4-BE49-F238E27FC236}">
                <a16:creationId xmlns:a16="http://schemas.microsoft.com/office/drawing/2014/main" id="{5EB881A1-090E-40A5-869C-7945E28046A7}"/>
              </a:ext>
            </a:extLst>
          </p:cNvPr>
          <p:cNvSpPr>
            <a:spLocks xmlns:a="http://schemas.openxmlformats.org/drawingml/2006/main" noGrp="1"/>
          </p:cNvSpPr>
          <p:nvPr/>
        </p:nvSpPr>
        <p:spPr>
          <a:xfrm xmlns:a="http://schemas.openxmlformats.org/drawingml/2006/main">
            <a:off x="10572750" y="6286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A72"/>
                </a:solidFill>
                <a:latin typeface="Arial"/>
                <a:ea typeface="Arial"/>
                <a:cs typeface="Arial"/>
              </a:defRPr>
            </a:defPPr>
            <a:lvl1pPr>
              <a:defRPr sz="1350" b="0">
                <a:solidFill>
                  <a:srgbClr val="435A72"/>
                </a:solidFill>
                <a:latin typeface="Arial"/>
                <a:ea typeface="Arial"/>
                <a:cs typeface="Arial"/>
              </a:defRPr>
            </a:lvl1pPr>
            <a:lvl2pPr>
              <a:defRPr sz="1350" b="0">
                <a:solidFill>
                  <a:srgbClr val="435A72"/>
                </a:solidFill>
                <a:latin typeface="Arial"/>
                <a:ea typeface="Arial"/>
                <a:cs typeface="Arial"/>
              </a:defRPr>
            </a:lvl2pPr>
            <a:lvl3pPr>
              <a:defRPr sz="1350" b="0">
                <a:solidFill>
                  <a:srgbClr val="435A72"/>
                </a:solidFill>
                <a:latin typeface="Arial"/>
                <a:ea typeface="Arial"/>
                <a:cs typeface="Arial"/>
              </a:defRPr>
            </a:lvl3pPr>
            <a:lvl4pPr>
              <a:defRPr sz="1350" b="0">
                <a:solidFill>
                  <a:srgbClr val="435A72"/>
                </a:solidFill>
                <a:latin typeface="Arial"/>
                <a:ea typeface="Arial"/>
                <a:cs typeface="Arial"/>
              </a:defRPr>
            </a:lvl4pPr>
            <a:lvl5pPr>
              <a:defRPr sz="1350" b="0">
                <a:solidFill>
                  <a:srgbClr val="435A72"/>
                </a:solidFill>
                <a:latin typeface="Arial"/>
                <a:ea typeface="Arial"/>
                <a:cs typeface="Arial"/>
              </a:defRPr>
            </a:lvl5pPr>
            <a:lvl6pPr>
              <a:defRPr sz="1350" b="0">
                <a:solidFill>
                  <a:srgbClr val="435A72"/>
                </a:solidFill>
                <a:latin typeface="Arial"/>
                <a:ea typeface="Arial"/>
                <a:cs typeface="Arial"/>
              </a:defRPr>
            </a:lvl6pPr>
            <a:lvl7pPr>
              <a:defRPr sz="1350" b="0">
                <a:solidFill>
                  <a:srgbClr val="435A72"/>
                </a:solidFill>
                <a:latin typeface="Arial"/>
                <a:ea typeface="Arial"/>
                <a:cs typeface="Arial"/>
              </a:defRPr>
            </a:lvl7pPr>
            <a:lvl8pPr>
              <a:defRPr sz="1350" b="0">
                <a:solidFill>
                  <a:srgbClr val="435A72"/>
                </a:solidFill>
                <a:latin typeface="Arial"/>
                <a:ea typeface="Arial"/>
                <a:cs typeface="Arial"/>
              </a:defRPr>
            </a:lvl8pPr>
            <a:lvl9pPr>
              <a:defRPr sz="1350" b="0">
                <a:solidFill>
                  <a:srgbClr val="435A72"/>
                </a:solidFill>
                <a:latin typeface="Arial"/>
                <a:ea typeface="Arial"/>
                <a:cs typeface="Arial"/>
              </a:defRPr>
            </a:lvl9pPr>
          </a:lstStyle>
          <a:p xmlns:a="http://schemas.openxmlformats.org/drawingml/2006/main">
            <a:pPr>
              <a:defRPr sz="1350" b="0">
                <a:solidFill>
                  <a:srgbClr val="435A72"/>
                </a:solidFill>
                <a:latin typeface="Arial"/>
                <a:ea typeface="Arial"/>
                <a:cs typeface="Arial"/>
              </a:defRPr>
            </a:pPr>
            <a:r>
              <a:rPr sz="1350" b="0">
                <a:solidFill>
                  <a:srgbClr val="435A72"/>
                </a:solidFill>
                <a:latin typeface="Arial"/>
                <a:ea typeface="Arial"/>
                <a:cs typeface="Arial"/>
              </a:rPr>
              <a:t>7 / 10</a:t>
            </a:r>
          </a:p>
        </p:txBody>
      </p:sp>
    </p:spTree>
    <p:extLst>
      <p:ext uri="{BB962C8B-B14F-4D97-AF65-F5344CB8AC3E}">
        <p14:creationId xmlns:p14="http://schemas.microsoft.com/office/powerpoint/2010/main" val="19225653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C40A2D-2F7D-4304-AF32-B796B1BE80C8}"/>
              </a:ext>
            </a:extLst>
          </p:cNvPr>
          <p:cNvSpPr>
            <a:spLocks xmlns:a="http://schemas.openxmlformats.org/drawingml/2006/main" noGrp="1"/>
          </p:cNvSpPr>
          <p:nvPr/>
        </p:nvSpPr>
        <p:spPr>
          <a:xfrm xmlns:a="http://schemas.openxmlformats.org/drawingml/2006/main">
            <a:off x="685800" y="628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B223C"/>
                </a:solidFill>
                <a:latin typeface="Arial"/>
                <a:ea typeface="Arial"/>
                <a:cs typeface="Arial"/>
              </a:defRPr>
            </a:defPPr>
            <a:lvl1pPr>
              <a:defRPr sz="3450" b="1">
                <a:solidFill>
                  <a:srgbClr val="0B223C"/>
                </a:solidFill>
                <a:latin typeface="Arial"/>
                <a:ea typeface="Arial"/>
                <a:cs typeface="Arial"/>
              </a:defRPr>
            </a:lvl1pPr>
            <a:lvl2pPr>
              <a:defRPr sz="3450" b="1">
                <a:solidFill>
                  <a:srgbClr val="0B223C"/>
                </a:solidFill>
                <a:latin typeface="Arial"/>
                <a:ea typeface="Arial"/>
                <a:cs typeface="Arial"/>
              </a:defRPr>
            </a:lvl2pPr>
            <a:lvl3pPr>
              <a:defRPr sz="3450" b="1">
                <a:solidFill>
                  <a:srgbClr val="0B223C"/>
                </a:solidFill>
                <a:latin typeface="Arial"/>
                <a:ea typeface="Arial"/>
                <a:cs typeface="Arial"/>
              </a:defRPr>
            </a:lvl3pPr>
            <a:lvl4pPr>
              <a:defRPr sz="3450" b="1">
                <a:solidFill>
                  <a:srgbClr val="0B223C"/>
                </a:solidFill>
                <a:latin typeface="Arial"/>
                <a:ea typeface="Arial"/>
                <a:cs typeface="Arial"/>
              </a:defRPr>
            </a:lvl4pPr>
            <a:lvl5pPr>
              <a:defRPr sz="3450" b="1">
                <a:solidFill>
                  <a:srgbClr val="0B223C"/>
                </a:solidFill>
                <a:latin typeface="Arial"/>
                <a:ea typeface="Arial"/>
                <a:cs typeface="Arial"/>
              </a:defRPr>
            </a:lvl5pPr>
            <a:lvl6pPr>
              <a:defRPr sz="3450" b="1">
                <a:solidFill>
                  <a:srgbClr val="0B223C"/>
                </a:solidFill>
                <a:latin typeface="Arial"/>
                <a:ea typeface="Arial"/>
                <a:cs typeface="Arial"/>
              </a:defRPr>
            </a:lvl6pPr>
            <a:lvl7pPr>
              <a:defRPr sz="3450" b="1">
                <a:solidFill>
                  <a:srgbClr val="0B223C"/>
                </a:solidFill>
                <a:latin typeface="Arial"/>
                <a:ea typeface="Arial"/>
                <a:cs typeface="Arial"/>
              </a:defRPr>
            </a:lvl7pPr>
            <a:lvl8pPr>
              <a:defRPr sz="3450" b="1">
                <a:solidFill>
                  <a:srgbClr val="0B223C"/>
                </a:solidFill>
                <a:latin typeface="Arial"/>
                <a:ea typeface="Arial"/>
                <a:cs typeface="Arial"/>
              </a:defRPr>
            </a:lvl8pPr>
            <a:lvl9pPr>
              <a:defRPr sz="3450" b="1">
                <a:solidFill>
                  <a:srgbClr val="0B223C"/>
                </a:solidFill>
                <a:latin typeface="Arial"/>
                <a:ea typeface="Arial"/>
                <a:cs typeface="Arial"/>
              </a:defRPr>
            </a:lvl9pPr>
          </a:lstStyle>
          <a:p xmlns:a="http://schemas.openxmlformats.org/drawingml/2006/main">
            <a:pPr>
              <a:defRPr sz="3450" b="1">
                <a:solidFill>
                  <a:srgbClr val="0B223C"/>
                </a:solidFill>
                <a:latin typeface="Arial"/>
                <a:ea typeface="Arial"/>
                <a:cs typeface="Arial"/>
              </a:defRPr>
            </a:pPr>
            <a:r>
              <a:rPr sz="3450" b="1">
                <a:solidFill>
                  <a:srgbClr val="0B223C"/>
                </a:solidFill>
                <a:latin typeface="Arial"/>
                <a:ea typeface="Arial"/>
                <a:cs typeface="Arial"/>
              </a:rPr>
              <a:t>Concierge and demo capture</a:t>
            </a:r>
          </a:p>
        </p:txBody>
      </p:sp>
      <p:sp>
        <p:nvSpPr>
          <p:cNvPr id="2" name="">
            <a:extLst xmlns:a="http://schemas.openxmlformats.org/drawingml/2006/main">
              <a:ext uri="{FF2B5EF4-FFF2-40B4-BE49-F238E27FC236}">
                <a16:creationId xmlns:a16="http://schemas.microsoft.com/office/drawing/2014/main" id="{F029F0C2-A6F7-4D40-98B4-136433A4E3BC}"/>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35A72"/>
                </a:solidFill>
                <a:latin typeface="Arial"/>
                <a:ea typeface="Arial"/>
                <a:cs typeface="Arial"/>
              </a:defRPr>
            </a:defPPr>
            <a:lvl1pPr>
              <a:defRPr sz="2100" b="0">
                <a:solidFill>
                  <a:srgbClr val="435A72"/>
                </a:solidFill>
                <a:latin typeface="Arial"/>
                <a:ea typeface="Arial"/>
                <a:cs typeface="Arial"/>
              </a:defRPr>
            </a:lvl1pPr>
            <a:lvl2pPr>
              <a:defRPr sz="2100" b="0">
                <a:solidFill>
                  <a:srgbClr val="435A72"/>
                </a:solidFill>
                <a:latin typeface="Arial"/>
                <a:ea typeface="Arial"/>
                <a:cs typeface="Arial"/>
              </a:defRPr>
            </a:lvl2pPr>
            <a:lvl3pPr>
              <a:defRPr sz="2100" b="0">
                <a:solidFill>
                  <a:srgbClr val="435A72"/>
                </a:solidFill>
                <a:latin typeface="Arial"/>
                <a:ea typeface="Arial"/>
                <a:cs typeface="Arial"/>
              </a:defRPr>
            </a:lvl3pPr>
            <a:lvl4pPr>
              <a:defRPr sz="2100" b="0">
                <a:solidFill>
                  <a:srgbClr val="435A72"/>
                </a:solidFill>
                <a:latin typeface="Arial"/>
                <a:ea typeface="Arial"/>
                <a:cs typeface="Arial"/>
              </a:defRPr>
            </a:lvl4pPr>
            <a:lvl5pPr>
              <a:defRPr sz="2100" b="0">
                <a:solidFill>
                  <a:srgbClr val="435A72"/>
                </a:solidFill>
                <a:latin typeface="Arial"/>
                <a:ea typeface="Arial"/>
                <a:cs typeface="Arial"/>
              </a:defRPr>
            </a:lvl5pPr>
            <a:lvl6pPr>
              <a:defRPr sz="2100" b="0">
                <a:solidFill>
                  <a:srgbClr val="435A72"/>
                </a:solidFill>
                <a:latin typeface="Arial"/>
                <a:ea typeface="Arial"/>
                <a:cs typeface="Arial"/>
              </a:defRPr>
            </a:lvl6pPr>
            <a:lvl7pPr>
              <a:defRPr sz="2100" b="0">
                <a:solidFill>
                  <a:srgbClr val="435A72"/>
                </a:solidFill>
                <a:latin typeface="Arial"/>
                <a:ea typeface="Arial"/>
                <a:cs typeface="Arial"/>
              </a:defRPr>
            </a:lvl7pPr>
            <a:lvl8pPr>
              <a:defRPr sz="2100" b="0">
                <a:solidFill>
                  <a:srgbClr val="435A72"/>
                </a:solidFill>
                <a:latin typeface="Arial"/>
                <a:ea typeface="Arial"/>
                <a:cs typeface="Arial"/>
              </a:defRPr>
            </a:lvl8pPr>
            <a:lvl9pPr>
              <a:defRPr sz="2100" b="0">
                <a:solidFill>
                  <a:srgbClr val="435A72"/>
                </a:solidFill>
                <a:latin typeface="Arial"/>
                <a:ea typeface="Arial"/>
                <a:cs typeface="Arial"/>
              </a:defRPr>
            </a:lvl9pPr>
          </a:lstStyle>
          <a:p xmlns:a="http://schemas.openxmlformats.org/drawingml/2006/main">
            <a:pPr>
              <a:defRPr sz="2100" b="0">
                <a:solidFill>
                  <a:srgbClr val="435A72"/>
                </a:solidFill>
                <a:latin typeface="Arial"/>
                <a:ea typeface="Arial"/>
                <a:cs typeface="Arial"/>
              </a:defRPr>
            </a:pPr>
            <a:r>
              <a:rPr sz="2100" b="0">
                <a:solidFill>
                  <a:srgbClr val="435A72"/>
                </a:solidFill>
                <a:latin typeface="Arial"/>
                <a:ea typeface="Arial"/>
                <a:cs typeface="Arial"/>
              </a:rPr>
              <a:t>Existing behavior and the proposed source boundary</a:t>
            </a:r>
          </a:p>
        </p:txBody>
      </p:sp>
      <p:sp>
        <p:nvSpPr>
          <p:cNvPr id="3" name="">
            <a:extLst xmlns:a="http://schemas.openxmlformats.org/drawingml/2006/main">
              <a:ext uri="{FF2B5EF4-FFF2-40B4-BE49-F238E27FC236}">
                <a16:creationId xmlns:a16="http://schemas.microsoft.com/office/drawing/2014/main" id="{0DE68D19-36CB-4C9E-94D6-B352949524EA}"/>
              </a:ext>
            </a:extLst>
          </p:cNvPr>
          <p:cNvSpPr>
            <a:spLocks xmlns:a="http://schemas.openxmlformats.org/drawingml/2006/main" noGrp="1"/>
          </p:cNvSpPr>
          <p:nvPr/>
        </p:nvSpPr>
        <p:spPr>
          <a:xfrm xmlns:a="http://schemas.openxmlformats.org/drawingml/2006/main">
            <a:off x="685800" y="2895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Typed streamed replies and retry states exist.</a:t>
            </a:r>
          </a:p>
        </p:txBody>
      </p:sp>
      <p:sp>
        <p:nvSpPr>
          <p:cNvPr id="4" name="">
            <a:extLst xmlns:a="http://schemas.openxmlformats.org/drawingml/2006/main">
              <a:ext uri="{FF2B5EF4-FFF2-40B4-BE49-F238E27FC236}">
                <a16:creationId xmlns:a16="http://schemas.microsoft.com/office/drawing/2014/main" id="{8DEF0F92-204D-4C1C-BC19-0B629F76BC3B}"/>
              </a:ext>
            </a:extLst>
          </p:cNvPr>
          <p:cNvSpPr>
            <a:spLocks xmlns:a="http://schemas.openxmlformats.org/drawingml/2006/main" noGrp="1"/>
          </p:cNvSpPr>
          <p:nvPr/>
        </p:nvSpPr>
        <p:spPr>
          <a:xfrm xmlns:a="http://schemas.openxmlformats.org/drawingml/2006/main">
            <a:off x="685800" y="38481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Demo capture uses confirmed name, company and need.</a:t>
            </a:r>
          </a:p>
        </p:txBody>
      </p:sp>
      <p:sp>
        <p:nvSpPr>
          <p:cNvPr id="5" name="">
            <a:extLst xmlns:a="http://schemas.openxmlformats.org/drawingml/2006/main">
              <a:ext uri="{FF2B5EF4-FFF2-40B4-BE49-F238E27FC236}">
                <a16:creationId xmlns:a16="http://schemas.microsoft.com/office/drawing/2014/main" id="{256043BE-9133-45DC-8667-95EDE2950FEE}"/>
              </a:ext>
            </a:extLst>
          </p:cNvPr>
          <p:cNvSpPr>
            <a:spLocks xmlns:a="http://schemas.openxmlformats.org/drawingml/2006/main" noGrp="1"/>
          </p:cNvSpPr>
          <p:nvPr/>
        </p:nvSpPr>
        <p:spPr>
          <a:xfrm xmlns:a="http://schemas.openxmlformats.org/drawingml/2006/main">
            <a:off x="685800" y="4800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Supplied-content grounding awaits proposal approval.</a:t>
            </a:r>
          </a:p>
        </p:txBody>
      </p:sp>
      <p:sp>
        <p:nvSpPr>
          <p:cNvPr id="6" name="">
            <a:extLst xmlns:a="http://schemas.openxmlformats.org/drawingml/2006/main">
              <a:ext uri="{FF2B5EF4-FFF2-40B4-BE49-F238E27FC236}">
                <a16:creationId xmlns:a16="http://schemas.microsoft.com/office/drawing/2014/main" id="{D15B7824-AAD7-40D2-BC60-DD7810C45BF7}"/>
              </a:ext>
            </a:extLst>
          </p:cNvPr>
          <p:cNvSpPr>
            <a:spLocks xmlns:a="http://schemas.openxmlformats.org/drawingml/2006/main" noGrp="1"/>
          </p:cNvSpPr>
          <p:nvPr/>
        </p:nvSpPr>
        <p:spPr>
          <a:xfrm xmlns:a="http://schemas.openxmlformats.org/drawingml/2006/main">
            <a:off x="10572750" y="6286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A72"/>
                </a:solidFill>
                <a:latin typeface="Arial"/>
                <a:ea typeface="Arial"/>
                <a:cs typeface="Arial"/>
              </a:defRPr>
            </a:defPPr>
            <a:lvl1pPr>
              <a:defRPr sz="1350" b="0">
                <a:solidFill>
                  <a:srgbClr val="435A72"/>
                </a:solidFill>
                <a:latin typeface="Arial"/>
                <a:ea typeface="Arial"/>
                <a:cs typeface="Arial"/>
              </a:defRPr>
            </a:lvl1pPr>
            <a:lvl2pPr>
              <a:defRPr sz="1350" b="0">
                <a:solidFill>
                  <a:srgbClr val="435A72"/>
                </a:solidFill>
                <a:latin typeface="Arial"/>
                <a:ea typeface="Arial"/>
                <a:cs typeface="Arial"/>
              </a:defRPr>
            </a:lvl2pPr>
            <a:lvl3pPr>
              <a:defRPr sz="1350" b="0">
                <a:solidFill>
                  <a:srgbClr val="435A72"/>
                </a:solidFill>
                <a:latin typeface="Arial"/>
                <a:ea typeface="Arial"/>
                <a:cs typeface="Arial"/>
              </a:defRPr>
            </a:lvl3pPr>
            <a:lvl4pPr>
              <a:defRPr sz="1350" b="0">
                <a:solidFill>
                  <a:srgbClr val="435A72"/>
                </a:solidFill>
                <a:latin typeface="Arial"/>
                <a:ea typeface="Arial"/>
                <a:cs typeface="Arial"/>
              </a:defRPr>
            </a:lvl4pPr>
            <a:lvl5pPr>
              <a:defRPr sz="1350" b="0">
                <a:solidFill>
                  <a:srgbClr val="435A72"/>
                </a:solidFill>
                <a:latin typeface="Arial"/>
                <a:ea typeface="Arial"/>
                <a:cs typeface="Arial"/>
              </a:defRPr>
            </a:lvl5pPr>
            <a:lvl6pPr>
              <a:defRPr sz="1350" b="0">
                <a:solidFill>
                  <a:srgbClr val="435A72"/>
                </a:solidFill>
                <a:latin typeface="Arial"/>
                <a:ea typeface="Arial"/>
                <a:cs typeface="Arial"/>
              </a:defRPr>
            </a:lvl6pPr>
            <a:lvl7pPr>
              <a:defRPr sz="1350" b="0">
                <a:solidFill>
                  <a:srgbClr val="435A72"/>
                </a:solidFill>
                <a:latin typeface="Arial"/>
                <a:ea typeface="Arial"/>
                <a:cs typeface="Arial"/>
              </a:defRPr>
            </a:lvl7pPr>
            <a:lvl8pPr>
              <a:defRPr sz="1350" b="0">
                <a:solidFill>
                  <a:srgbClr val="435A72"/>
                </a:solidFill>
                <a:latin typeface="Arial"/>
                <a:ea typeface="Arial"/>
                <a:cs typeface="Arial"/>
              </a:defRPr>
            </a:lvl8pPr>
            <a:lvl9pPr>
              <a:defRPr sz="1350" b="0">
                <a:solidFill>
                  <a:srgbClr val="435A72"/>
                </a:solidFill>
                <a:latin typeface="Arial"/>
                <a:ea typeface="Arial"/>
                <a:cs typeface="Arial"/>
              </a:defRPr>
            </a:lvl9pPr>
          </a:lstStyle>
          <a:p xmlns:a="http://schemas.openxmlformats.org/drawingml/2006/main">
            <a:pPr>
              <a:defRPr sz="1350" b="0">
                <a:solidFill>
                  <a:srgbClr val="435A72"/>
                </a:solidFill>
                <a:latin typeface="Arial"/>
                <a:ea typeface="Arial"/>
                <a:cs typeface="Arial"/>
              </a:defRPr>
            </a:pPr>
            <a:r>
              <a:rPr sz="1350" b="0">
                <a:solidFill>
                  <a:srgbClr val="435A72"/>
                </a:solidFill>
                <a:latin typeface="Arial"/>
                <a:ea typeface="Arial"/>
                <a:cs typeface="Arial"/>
              </a:rPr>
              <a:t>8 / 10</a:t>
            </a:r>
          </a:p>
        </p:txBody>
      </p:sp>
    </p:spTree>
    <p:extLst>
      <p:ext uri="{BB962C8B-B14F-4D97-AF65-F5344CB8AC3E}">
        <p14:creationId xmlns:p14="http://schemas.microsoft.com/office/powerpoint/2010/main" val="8667396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C3D4E4-FE16-4D87-8995-B8B4599507EE}"/>
              </a:ext>
            </a:extLst>
          </p:cNvPr>
          <p:cNvSpPr>
            <a:spLocks xmlns:a="http://schemas.openxmlformats.org/drawingml/2006/main" noGrp="1"/>
          </p:cNvSpPr>
          <p:nvPr/>
        </p:nvSpPr>
        <p:spPr>
          <a:xfrm xmlns:a="http://schemas.openxmlformats.org/drawingml/2006/main">
            <a:off x="685800" y="628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0B223C"/>
                </a:solidFill>
                <a:latin typeface="Arial"/>
                <a:ea typeface="Arial"/>
                <a:cs typeface="Arial"/>
              </a:defRPr>
            </a:defPPr>
            <a:lvl1pPr>
              <a:defRPr sz="3450" b="1">
                <a:solidFill>
                  <a:srgbClr val="0B223C"/>
                </a:solidFill>
                <a:latin typeface="Arial"/>
                <a:ea typeface="Arial"/>
                <a:cs typeface="Arial"/>
              </a:defRPr>
            </a:lvl1pPr>
            <a:lvl2pPr>
              <a:defRPr sz="3450" b="1">
                <a:solidFill>
                  <a:srgbClr val="0B223C"/>
                </a:solidFill>
                <a:latin typeface="Arial"/>
                <a:ea typeface="Arial"/>
                <a:cs typeface="Arial"/>
              </a:defRPr>
            </a:lvl2pPr>
            <a:lvl3pPr>
              <a:defRPr sz="3450" b="1">
                <a:solidFill>
                  <a:srgbClr val="0B223C"/>
                </a:solidFill>
                <a:latin typeface="Arial"/>
                <a:ea typeface="Arial"/>
                <a:cs typeface="Arial"/>
              </a:defRPr>
            </a:lvl3pPr>
            <a:lvl4pPr>
              <a:defRPr sz="3450" b="1">
                <a:solidFill>
                  <a:srgbClr val="0B223C"/>
                </a:solidFill>
                <a:latin typeface="Arial"/>
                <a:ea typeface="Arial"/>
                <a:cs typeface="Arial"/>
              </a:defRPr>
            </a:lvl4pPr>
            <a:lvl5pPr>
              <a:defRPr sz="3450" b="1">
                <a:solidFill>
                  <a:srgbClr val="0B223C"/>
                </a:solidFill>
                <a:latin typeface="Arial"/>
                <a:ea typeface="Arial"/>
                <a:cs typeface="Arial"/>
              </a:defRPr>
            </a:lvl5pPr>
            <a:lvl6pPr>
              <a:defRPr sz="3450" b="1">
                <a:solidFill>
                  <a:srgbClr val="0B223C"/>
                </a:solidFill>
                <a:latin typeface="Arial"/>
                <a:ea typeface="Arial"/>
                <a:cs typeface="Arial"/>
              </a:defRPr>
            </a:lvl6pPr>
            <a:lvl7pPr>
              <a:defRPr sz="3450" b="1">
                <a:solidFill>
                  <a:srgbClr val="0B223C"/>
                </a:solidFill>
                <a:latin typeface="Arial"/>
                <a:ea typeface="Arial"/>
                <a:cs typeface="Arial"/>
              </a:defRPr>
            </a:lvl7pPr>
            <a:lvl8pPr>
              <a:defRPr sz="3450" b="1">
                <a:solidFill>
                  <a:srgbClr val="0B223C"/>
                </a:solidFill>
                <a:latin typeface="Arial"/>
                <a:ea typeface="Arial"/>
                <a:cs typeface="Arial"/>
              </a:defRPr>
            </a:lvl8pPr>
            <a:lvl9pPr>
              <a:defRPr sz="3450" b="1">
                <a:solidFill>
                  <a:srgbClr val="0B223C"/>
                </a:solidFill>
                <a:latin typeface="Arial"/>
                <a:ea typeface="Arial"/>
                <a:cs typeface="Arial"/>
              </a:defRPr>
            </a:lvl9pPr>
          </a:lstStyle>
          <a:p xmlns:a="http://schemas.openxmlformats.org/drawingml/2006/main">
            <a:pPr>
              <a:defRPr sz="3450" b="1">
                <a:solidFill>
                  <a:srgbClr val="0B223C"/>
                </a:solidFill>
                <a:latin typeface="Arial"/>
                <a:ea typeface="Arial"/>
                <a:cs typeface="Arial"/>
              </a:defRPr>
            </a:pPr>
            <a:r>
              <a:rPr sz="3450" b="1">
                <a:solidFill>
                  <a:srgbClr val="0B223C"/>
                </a:solidFill>
                <a:latin typeface="Arial"/>
                <a:ea typeface="Arial"/>
                <a:cs typeface="Arial"/>
              </a:rPr>
              <a:t>Measured results</a:t>
            </a:r>
          </a:p>
        </p:txBody>
      </p:sp>
      <p:sp>
        <p:nvSpPr>
          <p:cNvPr id="2" name="">
            <a:extLst xmlns:a="http://schemas.openxmlformats.org/drawingml/2006/main">
              <a:ext uri="{FF2B5EF4-FFF2-40B4-BE49-F238E27FC236}">
                <a16:creationId xmlns:a16="http://schemas.microsoft.com/office/drawing/2014/main" id="{B97B7ADD-401D-4A36-8B3B-7C75B67ADAEE}"/>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35A72"/>
                </a:solidFill>
                <a:latin typeface="Arial"/>
                <a:ea typeface="Arial"/>
                <a:cs typeface="Arial"/>
              </a:defRPr>
            </a:defPPr>
            <a:lvl1pPr>
              <a:defRPr sz="2100" b="0">
                <a:solidFill>
                  <a:srgbClr val="435A72"/>
                </a:solidFill>
                <a:latin typeface="Arial"/>
                <a:ea typeface="Arial"/>
                <a:cs typeface="Arial"/>
              </a:defRPr>
            </a:lvl1pPr>
            <a:lvl2pPr>
              <a:defRPr sz="2100" b="0">
                <a:solidFill>
                  <a:srgbClr val="435A72"/>
                </a:solidFill>
                <a:latin typeface="Arial"/>
                <a:ea typeface="Arial"/>
                <a:cs typeface="Arial"/>
              </a:defRPr>
            </a:lvl2pPr>
            <a:lvl3pPr>
              <a:defRPr sz="2100" b="0">
                <a:solidFill>
                  <a:srgbClr val="435A72"/>
                </a:solidFill>
                <a:latin typeface="Arial"/>
                <a:ea typeface="Arial"/>
                <a:cs typeface="Arial"/>
              </a:defRPr>
            </a:lvl3pPr>
            <a:lvl4pPr>
              <a:defRPr sz="2100" b="0">
                <a:solidFill>
                  <a:srgbClr val="435A72"/>
                </a:solidFill>
                <a:latin typeface="Arial"/>
                <a:ea typeface="Arial"/>
                <a:cs typeface="Arial"/>
              </a:defRPr>
            </a:lvl4pPr>
            <a:lvl5pPr>
              <a:defRPr sz="2100" b="0">
                <a:solidFill>
                  <a:srgbClr val="435A72"/>
                </a:solidFill>
                <a:latin typeface="Arial"/>
                <a:ea typeface="Arial"/>
                <a:cs typeface="Arial"/>
              </a:defRPr>
            </a:lvl5pPr>
            <a:lvl6pPr>
              <a:defRPr sz="2100" b="0">
                <a:solidFill>
                  <a:srgbClr val="435A72"/>
                </a:solidFill>
                <a:latin typeface="Arial"/>
                <a:ea typeface="Arial"/>
                <a:cs typeface="Arial"/>
              </a:defRPr>
            </a:lvl6pPr>
            <a:lvl7pPr>
              <a:defRPr sz="2100" b="0">
                <a:solidFill>
                  <a:srgbClr val="435A72"/>
                </a:solidFill>
                <a:latin typeface="Arial"/>
                <a:ea typeface="Arial"/>
                <a:cs typeface="Arial"/>
              </a:defRPr>
            </a:lvl7pPr>
            <a:lvl8pPr>
              <a:defRPr sz="2100" b="0">
                <a:solidFill>
                  <a:srgbClr val="435A72"/>
                </a:solidFill>
                <a:latin typeface="Arial"/>
                <a:ea typeface="Arial"/>
                <a:cs typeface="Arial"/>
              </a:defRPr>
            </a:lvl8pPr>
            <a:lvl9pPr>
              <a:defRPr sz="2100" b="0">
                <a:solidFill>
                  <a:srgbClr val="435A72"/>
                </a:solidFill>
                <a:latin typeface="Arial"/>
                <a:ea typeface="Arial"/>
                <a:cs typeface="Arial"/>
              </a:defRPr>
            </a:lvl9pPr>
          </a:lstStyle>
          <a:p xmlns:a="http://schemas.openxmlformats.org/drawingml/2006/main">
            <a:pPr>
              <a:defRPr sz="2100" b="0">
                <a:solidFill>
                  <a:srgbClr val="435A72"/>
                </a:solidFill>
                <a:latin typeface="Arial"/>
                <a:ea typeface="Arial"/>
                <a:cs typeface="Arial"/>
              </a:defRPr>
            </a:pPr>
            <a:r>
              <a:rPr sz="2100" b="0">
                <a:solidFill>
                  <a:srgbClr val="435A72"/>
                </a:solidFill>
                <a:latin typeface="Arial"/>
                <a:ea typeface="Arial"/>
                <a:cs typeface="Arial"/>
              </a:rPr>
              <a:t>Mobile performance and answer coverage need work</a:t>
            </a:r>
          </a:p>
        </p:txBody>
      </p:sp>
      <p:sp>
        <p:nvSpPr>
          <p:cNvPr id="3" name="">
            <a:extLst xmlns:a="http://schemas.openxmlformats.org/drawingml/2006/main">
              <a:ext uri="{FF2B5EF4-FFF2-40B4-BE49-F238E27FC236}">
                <a16:creationId xmlns:a16="http://schemas.microsoft.com/office/drawing/2014/main" id="{3CB71E41-8382-4C06-A718-7A15B603853F}"/>
              </a:ext>
            </a:extLst>
          </p:cNvPr>
          <p:cNvSpPr>
            <a:spLocks xmlns:a="http://schemas.openxmlformats.org/drawingml/2006/main" noGrp="1"/>
          </p:cNvSpPr>
          <p:nvPr/>
        </p:nvSpPr>
        <p:spPr>
          <a:xfrm xmlns:a="http://schemas.openxmlformats.org/drawingml/2006/main">
            <a:off x="685800" y="2895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Build, TypeScript, route checks and 44 tests pass.</a:t>
            </a:r>
          </a:p>
        </p:txBody>
      </p:sp>
      <p:sp>
        <p:nvSpPr>
          <p:cNvPr id="4" name="">
            <a:extLst xmlns:a="http://schemas.openxmlformats.org/drawingml/2006/main">
              <a:ext uri="{FF2B5EF4-FFF2-40B4-BE49-F238E27FC236}">
                <a16:creationId xmlns:a16="http://schemas.microsoft.com/office/drawing/2014/main" id="{F4D0E84C-2F80-4B96-98F0-76F3AC702C93}"/>
              </a:ext>
            </a:extLst>
          </p:cNvPr>
          <p:cNvSpPr>
            <a:spLocks xmlns:a="http://schemas.openxmlformats.org/drawingml/2006/main" noGrp="1"/>
          </p:cNvSpPr>
          <p:nvPr/>
        </p:nvSpPr>
        <p:spPr>
          <a:xfrm xmlns:a="http://schemas.openxmlformats.org/drawingml/2006/main">
            <a:off x="685800" y="38481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Lighthouse accessibility reaches 100 after contrast fix.</a:t>
            </a:r>
          </a:p>
        </p:txBody>
      </p:sp>
      <p:sp>
        <p:nvSpPr>
          <p:cNvPr id="5" name="">
            <a:extLst xmlns:a="http://schemas.openxmlformats.org/drawingml/2006/main">
              <a:ext uri="{FF2B5EF4-FFF2-40B4-BE49-F238E27FC236}">
                <a16:creationId xmlns:a16="http://schemas.microsoft.com/office/drawing/2014/main" id="{47D7E59F-E979-4F16-9CAC-D4A22E631ECB}"/>
              </a:ext>
            </a:extLst>
          </p:cNvPr>
          <p:cNvSpPr>
            <a:spLocks xmlns:a="http://schemas.openxmlformats.org/drawingml/2006/main" noGrp="1"/>
          </p:cNvSpPr>
          <p:nvPr/>
        </p:nvSpPr>
        <p:spPr>
          <a:xfrm xmlns:a="http://schemas.openxmlformats.org/drawingml/2006/main">
            <a:off x="685800" y="4800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223C"/>
                </a:solidFill>
                <a:latin typeface="Arial"/>
                <a:ea typeface="Arial"/>
                <a:cs typeface="Arial"/>
              </a:defRPr>
            </a:defPPr>
            <a:lvl1pPr>
              <a:defRPr sz="2100" b="0">
                <a:solidFill>
                  <a:srgbClr val="0B223C"/>
                </a:solidFill>
                <a:latin typeface="Arial"/>
                <a:ea typeface="Arial"/>
                <a:cs typeface="Arial"/>
              </a:defRPr>
            </a:lvl1pPr>
            <a:lvl2pPr>
              <a:defRPr sz="2100" b="0">
                <a:solidFill>
                  <a:srgbClr val="0B223C"/>
                </a:solidFill>
                <a:latin typeface="Arial"/>
                <a:ea typeface="Arial"/>
                <a:cs typeface="Arial"/>
              </a:defRPr>
            </a:lvl2pPr>
            <a:lvl3pPr>
              <a:defRPr sz="2100" b="0">
                <a:solidFill>
                  <a:srgbClr val="0B223C"/>
                </a:solidFill>
                <a:latin typeface="Arial"/>
                <a:ea typeface="Arial"/>
                <a:cs typeface="Arial"/>
              </a:defRPr>
            </a:lvl3pPr>
            <a:lvl4pPr>
              <a:defRPr sz="2100" b="0">
                <a:solidFill>
                  <a:srgbClr val="0B223C"/>
                </a:solidFill>
                <a:latin typeface="Arial"/>
                <a:ea typeface="Arial"/>
                <a:cs typeface="Arial"/>
              </a:defRPr>
            </a:lvl4pPr>
            <a:lvl5pPr>
              <a:defRPr sz="2100" b="0">
                <a:solidFill>
                  <a:srgbClr val="0B223C"/>
                </a:solidFill>
                <a:latin typeface="Arial"/>
                <a:ea typeface="Arial"/>
                <a:cs typeface="Arial"/>
              </a:defRPr>
            </a:lvl5pPr>
            <a:lvl6pPr>
              <a:defRPr sz="2100" b="0">
                <a:solidFill>
                  <a:srgbClr val="0B223C"/>
                </a:solidFill>
                <a:latin typeface="Arial"/>
                <a:ea typeface="Arial"/>
                <a:cs typeface="Arial"/>
              </a:defRPr>
            </a:lvl6pPr>
            <a:lvl7pPr>
              <a:defRPr sz="2100" b="0">
                <a:solidFill>
                  <a:srgbClr val="0B223C"/>
                </a:solidFill>
                <a:latin typeface="Arial"/>
                <a:ea typeface="Arial"/>
                <a:cs typeface="Arial"/>
              </a:defRPr>
            </a:lvl7pPr>
            <a:lvl8pPr>
              <a:defRPr sz="2100" b="0">
                <a:solidFill>
                  <a:srgbClr val="0B223C"/>
                </a:solidFill>
                <a:latin typeface="Arial"/>
                <a:ea typeface="Arial"/>
                <a:cs typeface="Arial"/>
              </a:defRPr>
            </a:lvl8pPr>
            <a:lvl9pPr>
              <a:defRPr sz="2100" b="0">
                <a:solidFill>
                  <a:srgbClr val="0B223C"/>
                </a:solidFill>
                <a:latin typeface="Arial"/>
                <a:ea typeface="Arial"/>
                <a:cs typeface="Arial"/>
              </a:defRPr>
            </a:lvl9pPr>
          </a:lstStyle>
          <a:p xmlns:a="http://schemas.openxmlformats.org/drawingml/2006/main">
            <a:pPr>
              <a:defRPr sz="2100" b="0">
                <a:solidFill>
                  <a:srgbClr val="0B223C"/>
                </a:solidFill>
                <a:latin typeface="Arial"/>
                <a:ea typeface="Arial"/>
                <a:cs typeface="Arial"/>
              </a:defRPr>
            </a:pPr>
            <a:r>
              <a:rPr sz="2100" b="0">
                <a:solidFill>
                  <a:srgbClr val="0B223C"/>
                </a:solidFill>
                <a:latin typeface="Arial"/>
                <a:ea typeface="Arial"/>
                <a:cs typeface="Arial"/>
              </a:rPr>
              <a:t>Live answers: 7 pass, 2 partial, 1 fail; refusals pass.</a:t>
            </a:r>
          </a:p>
        </p:txBody>
      </p:sp>
      <p:sp>
        <p:nvSpPr>
          <p:cNvPr id="6" name="">
            <a:extLst xmlns:a="http://schemas.openxmlformats.org/drawingml/2006/main">
              <a:ext uri="{FF2B5EF4-FFF2-40B4-BE49-F238E27FC236}">
                <a16:creationId xmlns:a16="http://schemas.microsoft.com/office/drawing/2014/main" id="{A545D7ED-C045-40B8-AECE-7691B4DE62C1}"/>
              </a:ext>
            </a:extLst>
          </p:cNvPr>
          <p:cNvSpPr>
            <a:spLocks xmlns:a="http://schemas.openxmlformats.org/drawingml/2006/main" noGrp="1"/>
          </p:cNvSpPr>
          <p:nvPr/>
        </p:nvSpPr>
        <p:spPr>
          <a:xfrm xmlns:a="http://schemas.openxmlformats.org/drawingml/2006/main">
            <a:off x="10572750" y="6286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A72"/>
                </a:solidFill>
                <a:latin typeface="Arial"/>
                <a:ea typeface="Arial"/>
                <a:cs typeface="Arial"/>
              </a:defRPr>
            </a:defPPr>
            <a:lvl1pPr>
              <a:defRPr sz="1350" b="0">
                <a:solidFill>
                  <a:srgbClr val="435A72"/>
                </a:solidFill>
                <a:latin typeface="Arial"/>
                <a:ea typeface="Arial"/>
                <a:cs typeface="Arial"/>
              </a:defRPr>
            </a:lvl1pPr>
            <a:lvl2pPr>
              <a:defRPr sz="1350" b="0">
                <a:solidFill>
                  <a:srgbClr val="435A72"/>
                </a:solidFill>
                <a:latin typeface="Arial"/>
                <a:ea typeface="Arial"/>
                <a:cs typeface="Arial"/>
              </a:defRPr>
            </a:lvl2pPr>
            <a:lvl3pPr>
              <a:defRPr sz="1350" b="0">
                <a:solidFill>
                  <a:srgbClr val="435A72"/>
                </a:solidFill>
                <a:latin typeface="Arial"/>
                <a:ea typeface="Arial"/>
                <a:cs typeface="Arial"/>
              </a:defRPr>
            </a:lvl3pPr>
            <a:lvl4pPr>
              <a:defRPr sz="1350" b="0">
                <a:solidFill>
                  <a:srgbClr val="435A72"/>
                </a:solidFill>
                <a:latin typeface="Arial"/>
                <a:ea typeface="Arial"/>
                <a:cs typeface="Arial"/>
              </a:defRPr>
            </a:lvl4pPr>
            <a:lvl5pPr>
              <a:defRPr sz="1350" b="0">
                <a:solidFill>
                  <a:srgbClr val="435A72"/>
                </a:solidFill>
                <a:latin typeface="Arial"/>
                <a:ea typeface="Arial"/>
                <a:cs typeface="Arial"/>
              </a:defRPr>
            </a:lvl5pPr>
            <a:lvl6pPr>
              <a:defRPr sz="1350" b="0">
                <a:solidFill>
                  <a:srgbClr val="435A72"/>
                </a:solidFill>
                <a:latin typeface="Arial"/>
                <a:ea typeface="Arial"/>
                <a:cs typeface="Arial"/>
              </a:defRPr>
            </a:lvl6pPr>
            <a:lvl7pPr>
              <a:defRPr sz="1350" b="0">
                <a:solidFill>
                  <a:srgbClr val="435A72"/>
                </a:solidFill>
                <a:latin typeface="Arial"/>
                <a:ea typeface="Arial"/>
                <a:cs typeface="Arial"/>
              </a:defRPr>
            </a:lvl7pPr>
            <a:lvl8pPr>
              <a:defRPr sz="1350" b="0">
                <a:solidFill>
                  <a:srgbClr val="435A72"/>
                </a:solidFill>
                <a:latin typeface="Arial"/>
                <a:ea typeface="Arial"/>
                <a:cs typeface="Arial"/>
              </a:defRPr>
            </a:lvl8pPr>
            <a:lvl9pPr>
              <a:defRPr sz="1350" b="0">
                <a:solidFill>
                  <a:srgbClr val="435A72"/>
                </a:solidFill>
                <a:latin typeface="Arial"/>
                <a:ea typeface="Arial"/>
                <a:cs typeface="Arial"/>
              </a:defRPr>
            </a:lvl9pPr>
          </a:lstStyle>
          <a:p xmlns:a="http://schemas.openxmlformats.org/drawingml/2006/main">
            <a:pPr>
              <a:defRPr sz="1350" b="0">
                <a:solidFill>
                  <a:srgbClr val="435A72"/>
                </a:solidFill>
                <a:latin typeface="Arial"/>
                <a:ea typeface="Arial"/>
                <a:cs typeface="Arial"/>
              </a:defRPr>
            </a:pPr>
            <a:r>
              <a:rPr sz="1350" b="0">
                <a:solidFill>
                  <a:srgbClr val="435A72"/>
                </a:solidFill>
                <a:latin typeface="Arial"/>
                <a:ea typeface="Arial"/>
                <a:cs typeface="Arial"/>
              </a:rPr>
              <a:t>9 / 10</a:t>
            </a:r>
          </a:p>
        </p:txBody>
      </p:sp>
    </p:spTree>
    <p:extLst>
      <p:ext uri="{BB962C8B-B14F-4D97-AF65-F5344CB8AC3E}">
        <p14:creationId xmlns:p14="http://schemas.microsoft.com/office/powerpoint/2010/main" val="1469874988"/>
      </p:ext>
    </p:extLst>
  </p:cSld>
</p:sld>
</file>

<file path=ppt/slides/slide10.xml><?xml version="1.0" encoding="utf-8"?>
<p:sld xmlns:p="http://schemas.openxmlformats.org/presentationml/2006/main">
  <p:cSld>
    <p:bg>
      <p:bgPr>
        <a:solidFill xmlns:a="http://schemas.openxmlformats.org/drawingml/2006/main">
          <a:srgbClr val="0B22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836E3E-A1CE-40EA-85B4-0E25FA7B6DEB}"/>
              </a:ext>
            </a:extLst>
          </p:cNvPr>
          <p:cNvSpPr>
            <a:spLocks xmlns:a="http://schemas.openxmlformats.org/drawingml/2006/main" noGrp="1"/>
          </p:cNvSpPr>
          <p:nvPr/>
        </p:nvSpPr>
        <p:spPr>
          <a:xfrm xmlns:a="http://schemas.openxmlformats.org/drawingml/2006/main">
            <a:off x="685800" y="628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Submission and live demonstration</a:t>
            </a:r>
          </a:p>
        </p:txBody>
      </p:sp>
      <p:sp>
        <p:nvSpPr>
          <p:cNvPr id="2" name="">
            <a:extLst xmlns:a="http://schemas.openxmlformats.org/drawingml/2006/main">
              <a:ext uri="{FF2B5EF4-FFF2-40B4-BE49-F238E27FC236}">
                <a16:creationId xmlns:a16="http://schemas.microsoft.com/office/drawing/2014/main" id="{0FD51A75-1F18-46BD-8456-83F9745212B0}"/>
              </a:ext>
            </a:extLst>
          </p:cNvPr>
          <p:cNvSpPr>
            <a:spLocks xmlns:a="http://schemas.openxmlformats.org/drawingml/2006/main" noGrp="1"/>
          </p:cNvSpPr>
          <p:nvPr/>
        </p:nvSpPr>
        <p:spPr>
          <a:xfrm xmlns:a="http://schemas.openxmlformats.org/drawingml/2006/main">
            <a:off x="685800" y="16954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CE7F3"/>
                </a:solidFill>
                <a:latin typeface="Arial"/>
                <a:ea typeface="Arial"/>
                <a:cs typeface="Arial"/>
              </a:defRPr>
            </a:defPPr>
            <a:lvl1pPr>
              <a:defRPr sz="2100" b="0">
                <a:solidFill>
                  <a:srgbClr val="DCE7F3"/>
                </a:solidFill>
                <a:latin typeface="Arial"/>
                <a:ea typeface="Arial"/>
                <a:cs typeface="Arial"/>
              </a:defRPr>
            </a:lvl1pPr>
            <a:lvl2pPr>
              <a:defRPr sz="2100" b="0">
                <a:solidFill>
                  <a:srgbClr val="DCE7F3"/>
                </a:solidFill>
                <a:latin typeface="Arial"/>
                <a:ea typeface="Arial"/>
                <a:cs typeface="Arial"/>
              </a:defRPr>
            </a:lvl2pPr>
            <a:lvl3pPr>
              <a:defRPr sz="2100" b="0">
                <a:solidFill>
                  <a:srgbClr val="DCE7F3"/>
                </a:solidFill>
                <a:latin typeface="Arial"/>
                <a:ea typeface="Arial"/>
                <a:cs typeface="Arial"/>
              </a:defRPr>
            </a:lvl3pPr>
            <a:lvl4pPr>
              <a:defRPr sz="2100" b="0">
                <a:solidFill>
                  <a:srgbClr val="DCE7F3"/>
                </a:solidFill>
                <a:latin typeface="Arial"/>
                <a:ea typeface="Arial"/>
                <a:cs typeface="Arial"/>
              </a:defRPr>
            </a:lvl4pPr>
            <a:lvl5pPr>
              <a:defRPr sz="2100" b="0">
                <a:solidFill>
                  <a:srgbClr val="DCE7F3"/>
                </a:solidFill>
                <a:latin typeface="Arial"/>
                <a:ea typeface="Arial"/>
                <a:cs typeface="Arial"/>
              </a:defRPr>
            </a:lvl5pPr>
            <a:lvl6pPr>
              <a:defRPr sz="2100" b="0">
                <a:solidFill>
                  <a:srgbClr val="DCE7F3"/>
                </a:solidFill>
                <a:latin typeface="Arial"/>
                <a:ea typeface="Arial"/>
                <a:cs typeface="Arial"/>
              </a:defRPr>
            </a:lvl6pPr>
            <a:lvl7pPr>
              <a:defRPr sz="2100" b="0">
                <a:solidFill>
                  <a:srgbClr val="DCE7F3"/>
                </a:solidFill>
                <a:latin typeface="Arial"/>
                <a:ea typeface="Arial"/>
                <a:cs typeface="Arial"/>
              </a:defRPr>
            </a:lvl7pPr>
            <a:lvl8pPr>
              <a:defRPr sz="2100" b="0">
                <a:solidFill>
                  <a:srgbClr val="DCE7F3"/>
                </a:solidFill>
                <a:latin typeface="Arial"/>
                <a:ea typeface="Arial"/>
                <a:cs typeface="Arial"/>
              </a:defRPr>
            </a:lvl8pPr>
            <a:lvl9pPr>
              <a:defRPr sz="2100" b="0">
                <a:solidFill>
                  <a:srgbClr val="DCE7F3"/>
                </a:solidFill>
                <a:latin typeface="Arial"/>
                <a:ea typeface="Arial"/>
                <a:cs typeface="Arial"/>
              </a:defRPr>
            </a:lvl9pPr>
          </a:lstStyle>
          <a:p xmlns:a="http://schemas.openxmlformats.org/drawingml/2006/main">
            <a:pPr>
              <a:defRPr sz="2100" b="0">
                <a:solidFill>
                  <a:srgbClr val="DCE7F3"/>
                </a:solidFill>
                <a:latin typeface="Arial"/>
                <a:ea typeface="Arial"/>
                <a:cs typeface="Arial"/>
              </a:defRPr>
            </a:pPr>
            <a:r>
              <a:rPr sz="2100" b="0">
                <a:solidFill>
                  <a:srgbClr val="DCE7F3"/>
                </a:solidFill>
                <a:latin typeface="Arial"/>
                <a:ea typeface="Arial"/>
                <a:cs typeface="Arial"/>
              </a:rPr>
              <a:t>Remaining evidence and the next review</a:t>
            </a:r>
          </a:p>
        </p:txBody>
      </p:sp>
      <p:sp>
        <p:nvSpPr>
          <p:cNvPr id="3" name="">
            <a:extLst xmlns:a="http://schemas.openxmlformats.org/drawingml/2006/main">
              <a:ext uri="{FF2B5EF4-FFF2-40B4-BE49-F238E27FC236}">
                <a16:creationId xmlns:a16="http://schemas.microsoft.com/office/drawing/2014/main" id="{EAF9046E-7171-4DCC-993F-5459B82CE96E}"/>
              </a:ext>
            </a:extLst>
          </p:cNvPr>
          <p:cNvSpPr>
            <a:spLocks xmlns:a="http://schemas.openxmlformats.org/drawingml/2006/main" noGrp="1"/>
          </p:cNvSpPr>
          <p:nvPr/>
        </p:nvSpPr>
        <p:spPr>
          <a:xfrm xmlns:a="http://schemas.openxmlformats.org/drawingml/2006/main">
            <a:off x="685800" y="2895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Pending: assistant changes and five participant tests.</a:t>
            </a:r>
          </a:p>
        </p:txBody>
      </p:sp>
      <p:sp>
        <p:nvSpPr>
          <p:cNvPr id="4" name="">
            <a:extLst xmlns:a="http://schemas.openxmlformats.org/drawingml/2006/main">
              <a:ext uri="{FF2B5EF4-FFF2-40B4-BE49-F238E27FC236}">
                <a16:creationId xmlns:a16="http://schemas.microsoft.com/office/drawing/2014/main" id="{01624CC2-A487-4A9A-A5B5-79DE63800791}"/>
              </a:ext>
            </a:extLst>
          </p:cNvPr>
          <p:cNvSpPr>
            <a:spLocks xmlns:a="http://schemas.openxmlformats.org/drawingml/2006/main" noGrp="1"/>
          </p:cNvSpPr>
          <p:nvPr/>
        </p:nvSpPr>
        <p:spPr>
          <a:xfrm xmlns:a="http://schemas.openxmlformats.org/drawingml/2006/main">
            <a:off x="685800" y="38481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Deferred: Figma, GitHub and Netlify deliverables.</a:t>
            </a:r>
          </a:p>
        </p:txBody>
      </p:sp>
      <p:sp>
        <p:nvSpPr>
          <p:cNvPr id="5" name="">
            <a:extLst xmlns:a="http://schemas.openxmlformats.org/drawingml/2006/main">
              <a:ext uri="{FF2B5EF4-FFF2-40B4-BE49-F238E27FC236}">
                <a16:creationId xmlns:a16="http://schemas.microsoft.com/office/drawing/2014/main" id="{1CF53A4D-3161-487F-A85B-EC9169937E9C}"/>
              </a:ext>
            </a:extLst>
          </p:cNvPr>
          <p:cNvSpPr>
            <a:spLocks xmlns:a="http://schemas.openxmlformats.org/drawingml/2006/main" noGrp="1"/>
          </p:cNvSpPr>
          <p:nvPr/>
        </p:nvSpPr>
        <p:spPr>
          <a:xfrm xmlns:a="http://schemas.openxmlformats.org/drawingml/2006/main">
            <a:off x="685800" y="480060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Demo: explore a task, ask a question, request a demo.</a:t>
            </a:r>
          </a:p>
        </p:txBody>
      </p:sp>
      <p:sp>
        <p:nvSpPr>
          <p:cNvPr id="6" name="">
            <a:extLst xmlns:a="http://schemas.openxmlformats.org/drawingml/2006/main">
              <a:ext uri="{FF2B5EF4-FFF2-40B4-BE49-F238E27FC236}">
                <a16:creationId xmlns:a16="http://schemas.microsoft.com/office/drawing/2014/main" id="{E63AE3A9-54BF-4205-BCD6-37E86B3AAFB5}"/>
              </a:ext>
            </a:extLst>
          </p:cNvPr>
          <p:cNvSpPr>
            <a:spLocks xmlns:a="http://schemas.openxmlformats.org/drawingml/2006/main" noGrp="1"/>
          </p:cNvSpPr>
          <p:nvPr/>
        </p:nvSpPr>
        <p:spPr>
          <a:xfrm xmlns:a="http://schemas.openxmlformats.org/drawingml/2006/main">
            <a:off x="10572750" y="6286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DCE7F3"/>
                </a:solidFill>
                <a:latin typeface="Arial"/>
                <a:ea typeface="Arial"/>
                <a:cs typeface="Arial"/>
              </a:defRPr>
            </a:defPPr>
            <a:lvl1pPr>
              <a:defRPr sz="1350" b="0">
                <a:solidFill>
                  <a:srgbClr val="DCE7F3"/>
                </a:solidFill>
                <a:latin typeface="Arial"/>
                <a:ea typeface="Arial"/>
                <a:cs typeface="Arial"/>
              </a:defRPr>
            </a:lvl1pPr>
            <a:lvl2pPr>
              <a:defRPr sz="1350" b="0">
                <a:solidFill>
                  <a:srgbClr val="DCE7F3"/>
                </a:solidFill>
                <a:latin typeface="Arial"/>
                <a:ea typeface="Arial"/>
                <a:cs typeface="Arial"/>
              </a:defRPr>
            </a:lvl2pPr>
            <a:lvl3pPr>
              <a:defRPr sz="1350" b="0">
                <a:solidFill>
                  <a:srgbClr val="DCE7F3"/>
                </a:solidFill>
                <a:latin typeface="Arial"/>
                <a:ea typeface="Arial"/>
                <a:cs typeface="Arial"/>
              </a:defRPr>
            </a:lvl3pPr>
            <a:lvl4pPr>
              <a:defRPr sz="1350" b="0">
                <a:solidFill>
                  <a:srgbClr val="DCE7F3"/>
                </a:solidFill>
                <a:latin typeface="Arial"/>
                <a:ea typeface="Arial"/>
                <a:cs typeface="Arial"/>
              </a:defRPr>
            </a:lvl4pPr>
            <a:lvl5pPr>
              <a:defRPr sz="1350" b="0">
                <a:solidFill>
                  <a:srgbClr val="DCE7F3"/>
                </a:solidFill>
                <a:latin typeface="Arial"/>
                <a:ea typeface="Arial"/>
                <a:cs typeface="Arial"/>
              </a:defRPr>
            </a:lvl5pPr>
            <a:lvl6pPr>
              <a:defRPr sz="1350" b="0">
                <a:solidFill>
                  <a:srgbClr val="DCE7F3"/>
                </a:solidFill>
                <a:latin typeface="Arial"/>
                <a:ea typeface="Arial"/>
                <a:cs typeface="Arial"/>
              </a:defRPr>
            </a:lvl6pPr>
            <a:lvl7pPr>
              <a:defRPr sz="1350" b="0">
                <a:solidFill>
                  <a:srgbClr val="DCE7F3"/>
                </a:solidFill>
                <a:latin typeface="Arial"/>
                <a:ea typeface="Arial"/>
                <a:cs typeface="Arial"/>
              </a:defRPr>
            </a:lvl7pPr>
            <a:lvl8pPr>
              <a:defRPr sz="1350" b="0">
                <a:solidFill>
                  <a:srgbClr val="DCE7F3"/>
                </a:solidFill>
                <a:latin typeface="Arial"/>
                <a:ea typeface="Arial"/>
                <a:cs typeface="Arial"/>
              </a:defRPr>
            </a:lvl8pPr>
            <a:lvl9pPr>
              <a:defRPr sz="1350" b="0">
                <a:solidFill>
                  <a:srgbClr val="DCE7F3"/>
                </a:solidFill>
                <a:latin typeface="Arial"/>
                <a:ea typeface="Arial"/>
                <a:cs typeface="Arial"/>
              </a:defRPr>
            </a:lvl9pPr>
          </a:lstStyle>
          <a:p xmlns:a="http://schemas.openxmlformats.org/drawingml/2006/main">
            <a:pPr>
              <a:defRPr sz="1350" b="0">
                <a:solidFill>
                  <a:srgbClr val="DCE7F3"/>
                </a:solidFill>
                <a:latin typeface="Arial"/>
                <a:ea typeface="Arial"/>
                <a:cs typeface="Arial"/>
              </a:defRPr>
            </a:pPr>
            <a:r>
              <a:rPr sz="1350" b="0">
                <a:solidFill>
                  <a:srgbClr val="DCE7F3"/>
                </a:solidFill>
                <a:latin typeface="Arial"/>
                <a:ea typeface="Arial"/>
                <a:cs typeface="Arial"/>
              </a:rPr>
              <a:t>10 / 10</a:t>
            </a:r>
          </a:p>
        </p:txBody>
      </p:sp>
    </p:spTree>
    <p:extLst>
      <p:ext uri="{BB962C8B-B14F-4D97-AF65-F5344CB8AC3E}">
        <p14:creationId xmlns:p14="http://schemas.microsoft.com/office/powerpoint/2010/main" val="17032496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2026-10-19T14:14:09.0500000Z</dcterms:created>
  <dcterms:modified xsi:type="dcterms:W3CDTF">2026-10-19T14:14:09.0500000Z</dcterms:modified>
</coreProperties>
</file>