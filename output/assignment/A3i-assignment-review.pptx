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038428e1a4d16" /><Relationship Type="http://schemas.openxmlformats.org/officeDocument/2006/relationships/extended-properties" Target="/docProps/app.xml" Id="Rb092f4b70b704b08" /><Relationship Type="http://schemas.openxmlformats.org/officeDocument/2006/relationships/officeDocument" Target="/ppt/presentation.xml" Id="Rea98aa40e657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70968bf6f4811"/>
  </p:sldMasterIdLst>
  <p:notesMasterIdLst>
    <p:notesMasterId xmlns:r="http://schemas.openxmlformats.org/officeDocument/2006/relationships" r:id="R004f4d077dc240a3"/>
  </p:notesMasterIdLst>
  <p:sldIdLst>
    <p:sldId xmlns:r="http://schemas.openxmlformats.org/officeDocument/2006/relationships" id="256" r:id="Rb12355365eb9414d"/>
    <p:sldId xmlns:r="http://schemas.openxmlformats.org/officeDocument/2006/relationships" id="257" r:id="Ree843dace6d6451d"/>
    <p:sldId xmlns:r="http://schemas.openxmlformats.org/officeDocument/2006/relationships" id="258" r:id="R751576f4a5e24a82"/>
    <p:sldId xmlns:r="http://schemas.openxmlformats.org/officeDocument/2006/relationships" id="259" r:id="R1f8bfae70af043fc"/>
    <p:sldId xmlns:r="http://schemas.openxmlformats.org/officeDocument/2006/relationships" id="260" r:id="R79b278a4b514472d"/>
    <p:sldId xmlns:r="http://schemas.openxmlformats.org/officeDocument/2006/relationships" id="261" r:id="R9d701a32a62f4473"/>
    <p:sldId xmlns:r="http://schemas.openxmlformats.org/officeDocument/2006/relationships" id="262" r:id="R8dfd7cd61cf24f07"/>
    <p:sldId xmlns:r="http://schemas.openxmlformats.org/officeDocument/2006/relationships" id="263" r:id="R9fb28f0bfe4a4f1c"/>
    <p:sldId xmlns:r="http://schemas.openxmlformats.org/officeDocument/2006/relationships" id="264" r:id="R4f7c1cc309b7444c"/>
    <p:sldId xmlns:r="http://schemas.openxmlformats.org/officeDocument/2006/relationships" id="265" r:id="R5e1407d71ef149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d5af791794d5c" /><Relationship Type="http://schemas.openxmlformats.org/officeDocument/2006/relationships/slideMaster" Target="/ppt/slideMasters/slideMaster1.xml" Id="Re0370968bf6f4811" /><Relationship Type="http://schemas.openxmlformats.org/officeDocument/2006/relationships/notesMaster" Target="/ppt/notesMasters/notesMaster1.xml" Id="R004f4d077dc240a3" /><Relationship Type="http://schemas.openxmlformats.org/officeDocument/2006/relationships/presProps" Target="/ppt/presProps.xml" Id="R7d29ccc6c6624e89" /><Relationship Type="http://schemas.openxmlformats.org/officeDocument/2006/relationships/tableStyles" Target="/ppt/tableStyles.xml" Id="Rca09ba05bd3843da" /><Relationship Type="http://schemas.openxmlformats.org/officeDocument/2006/relationships/slide" Target="/ppt/slides/slide1.xml" Id="Rb12355365eb9414d" /><Relationship Type="http://schemas.openxmlformats.org/officeDocument/2006/relationships/slide" Target="/ppt/slides/slide2.xml" Id="Ree843dace6d6451d" /><Relationship Type="http://schemas.openxmlformats.org/officeDocument/2006/relationships/slide" Target="/ppt/slides/slide3.xml" Id="R751576f4a5e24a82" /><Relationship Type="http://schemas.openxmlformats.org/officeDocument/2006/relationships/slide" Target="/ppt/slides/slide4.xml" Id="R1f8bfae70af043fc" /><Relationship Type="http://schemas.openxmlformats.org/officeDocument/2006/relationships/slide" Target="/ppt/slides/slide5.xml" Id="R79b278a4b514472d" /><Relationship Type="http://schemas.openxmlformats.org/officeDocument/2006/relationships/slide" Target="/ppt/slides/slide6.xml" Id="R9d701a32a62f4473" /><Relationship Type="http://schemas.openxmlformats.org/officeDocument/2006/relationships/slide" Target="/ppt/slides/slide7.xml" Id="R8dfd7cd61cf24f07" /><Relationship Type="http://schemas.openxmlformats.org/officeDocument/2006/relationships/slide" Target="/ppt/slides/slide8.xml" Id="R9fb28f0bfe4a4f1c" /><Relationship Type="http://schemas.openxmlformats.org/officeDocument/2006/relationships/slide" Target="/ppt/slides/slide9.xml" Id="R4f7c1cc309b7444c" /><Relationship Type="http://schemas.openxmlformats.org/officeDocument/2006/relationships/slide" Target="/ppt/slides/slide10.xml" Id="R5e1407d71ef149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589a0e9c45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c9375b13f34b11" /><Relationship Type="http://schemas.openxmlformats.org/officeDocument/2006/relationships/notesMaster" Target="/ppt/notesMasters/notesMaster1.xml" Id="R0f681c4b98c1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e13b7bca64fb1" /><Relationship Type="http://schemas.openxmlformats.org/officeDocument/2006/relationships/notesMaster" Target="/ppt/notesMasters/notesMaster1.xml" Id="Ra1382ae89880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b52bbfa344fd5" /><Relationship Type="http://schemas.openxmlformats.org/officeDocument/2006/relationships/notesMaster" Target="/ppt/notesMasters/notesMaster1.xml" Id="R792a1903b091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c34e7159147d1" /><Relationship Type="http://schemas.openxmlformats.org/officeDocument/2006/relationships/notesMaster" Target="/ppt/notesMasters/notesMaster1.xml" Id="R903c8ec4022d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632df6bb81471f" /><Relationship Type="http://schemas.openxmlformats.org/officeDocument/2006/relationships/notesMaster" Target="/ppt/notesMasters/notesMaster1.xml" Id="Ref994ec11b7548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f46f9a7593430f" /><Relationship Type="http://schemas.openxmlformats.org/officeDocument/2006/relationships/notesMaster" Target="/ppt/notesMasters/notesMaster1.xml" Id="R5a37ba3a6e65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aa597407334bd4" /><Relationship Type="http://schemas.openxmlformats.org/officeDocument/2006/relationships/notesMaster" Target="/ppt/notesMasters/notesMaster1.xml" Id="R54913a4d6a2449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c50ac53ea7414f" /><Relationship Type="http://schemas.openxmlformats.org/officeDocument/2006/relationships/notesMaster" Target="/ppt/notesMasters/notesMaster1.xml" Id="Rfe9985b7d1fb46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681d9762b44a41" /><Relationship Type="http://schemas.openxmlformats.org/officeDocument/2006/relationships/notesMaster" Target="/ppt/notesMasters/notesMaster1.xml" Id="Rfbe93a65b06741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3b4a337524652" /><Relationship Type="http://schemas.openxmlformats.org/officeDocument/2006/relationships/notesMaster" Target="/ppt/notesMasters/notesMaster1.xml" Id="R5b19bfe450cc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Existing approved company name and logo. This deck reports current evidence rather than claiming all assignment work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assignment document and docs/PRD.md. Explain the business problem before showing animations. No conversion improvement has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docs/research.md. These are assignment-derived hypotheses, not interview findings. Describe the distinct information each visitor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Desk research, 19 October 2026: https://www.langchain.com/ ; https://www.intercom.com/ ; https://www.notion.com/product/ai ; https://linear.app/ ; https://zapier.com/ . See docs/research.md for individual teardowns and limitations. These observations are not claims of competitor conversion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src/components/home/home-preview.tsx and docs/DESIGN.md. Existing product names remain unchanged by user instruction. Figma creation is deferred. Illustration is an existing site screenshot, not a new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existing Why A3i implementation and previous browser checks recorded in docs/MEMORY.md. Screenshot is previously captured implementation evidence. Full production accessibility acceptance still needs manual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package.json, src/lib/server/agent.ts, src/app/api and sibling Chatbot source. Browser -&gt; /api/chat -&gt; /chat/stream; browser -&gt; /api/leads -&gt; /leads. Model/search keys remain server-side. Netlify/GitHub publishing is deferred by user instruction.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src/components/chat/chat-panel.tsx, src/components/forms/demo-form.tsx, sibling Chatbot main.py/agent.py/leads.py. Current factual answers use official-domain live search. Proposed approved-content retrieval and explicit intent routing are documented only. A saved lead is not a booked calendar appointment. Do not present an unstarted backend as working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Scores are performance / accessibility, Lighthouse 13.5.0 against local production http://127.0.0.1:3000/ on 19 October 2026, before the approved workflow-label contrast adjustment. Raw reports: .tmp/assignment-lighthouse-desktop.report.json and .tmp/assignment-lighthouse-mobile.report.json. One run per mode, not published-site scores. Backend tests use mocks and do not prove ten real factual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docs/submission-plan.md and docs/evaluation.md. User deferred external deliverables and kept current names. Show actual service states. Complete ten reviewed questions and five-second testing with five real participants before claiming acceptance. Intended business benefit is clearer discovery, not a measured conversion increase.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1cc965bb0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e64383f3a4a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31c85c31e4f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f370fc2dc4e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4ea1cdc0d46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18ccf4d29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49369A-CB1D-4644-9916-0838AD232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6DA818-DE6D-4B75-B1A5-B1F9FD6328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34FE5D-ECE6-4284-9B6C-2677CA812A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48E2F2-AB2D-48CF-A78A-F18A4B94BD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6A003E-384D-47FD-A79B-5F7FBCE1F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2322B2-B9AC-414C-9C7C-5BA1D656F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B55DFC-6312-4A12-80DB-C4ED79E1A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227E54-BD21-4226-A89F-245C955A8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13810C-D4C5-4B4D-98D5-E5942B5A3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67BDD4-851A-41EF-B30A-AD3BFBDC8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5e8169713a4988" /><Relationship Type="http://schemas.openxmlformats.org/officeDocument/2006/relationships/slideLayout" Target="/ppt/slideLayouts/slideLayout1.xml" Id="R62d4c431cab248c7" /><Relationship Type="http://schemas.openxmlformats.org/officeDocument/2006/relationships/slideLayout" Target="/ppt/slideLayouts/slideLayout2.xml" Id="R622ab3f5eabf4eaa" /><Relationship Type="http://schemas.openxmlformats.org/officeDocument/2006/relationships/slideLayout" Target="/ppt/slideLayouts/slideLayout3.xml" Id="R668fc33f1faa48b7" /><Relationship Type="http://schemas.openxmlformats.org/officeDocument/2006/relationships/slideLayout" Target="/ppt/slideLayouts/slideLayout4.xml" Id="R1bcf078d301543af" /><Relationship Type="http://schemas.openxmlformats.org/officeDocument/2006/relationships/slideLayout" Target="/ppt/slideLayouts/slideLayout5.xml" Id="Rf090cb05ab4e46a6" /><Relationship Type="http://schemas.openxmlformats.org/officeDocument/2006/relationships/slideLayout" Target="/ppt/slideLayouts/slideLayout6.xml" Id="R1955418e8da1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d4c431cab248c7"/>
    <p:sldLayoutId xmlns:r="http://schemas.openxmlformats.org/officeDocument/2006/relationships" id="2147483650" r:id="R622ab3f5eabf4eaa"/>
    <p:sldLayoutId xmlns:r="http://schemas.openxmlformats.org/officeDocument/2006/relationships" id="2147483651" r:id="R668fc33f1faa48b7"/>
    <p:sldLayoutId xmlns:r="http://schemas.openxmlformats.org/officeDocument/2006/relationships" id="2147483652" r:id="R1bcf078d301543af"/>
    <p:sldLayoutId xmlns:r="http://schemas.openxmlformats.org/officeDocument/2006/relationships" id="2147483653" r:id="Rf090cb05ab4e46a6"/>
    <p:sldLayoutId xmlns:r="http://schemas.openxmlformats.org/officeDocument/2006/relationships" id="2147483654" r:id="R1955418e8da1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06a79afa6474a" /><Relationship Type="http://schemas.openxmlformats.org/officeDocument/2006/relationships/notesSlide" Target="/ppt/notesSlides/notesSlide1.xml" Id="Rc9b385a8ff94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569a48641f4373" /><Relationship Type="http://schemas.openxmlformats.org/officeDocument/2006/relationships/notesSlide" Target="/ppt/notesSlides/notesSlide2.xml" Id="R317dc61e31ef46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06c96309b4090" /><Relationship Type="http://schemas.openxmlformats.org/officeDocument/2006/relationships/notesSlide" Target="/ppt/notesSlides/notesSlide3.xml" Id="R2721c8f5dcf9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95f1085204659" /><Relationship Type="http://schemas.openxmlformats.org/officeDocument/2006/relationships/notesSlide" Target="/ppt/notesSlides/notesSlide4.xml" Id="R2fa73eb9af5742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d275964a944a7" /><Relationship Type="http://schemas.openxmlformats.org/officeDocument/2006/relationships/image" Target="/ppt/media/image.jpeg" Id="Rce167e925561426f" /><Relationship Type="http://schemas.openxmlformats.org/officeDocument/2006/relationships/notesSlide" Target="/ppt/notesSlides/notesSlide5.xml" Id="R896987fcf75345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28a1f20b6401a" /><Relationship Type="http://schemas.openxmlformats.org/officeDocument/2006/relationships/image" Target="/ppt/media/image2.jpeg" Id="R6f4c92befedb4511" /><Relationship Type="http://schemas.openxmlformats.org/officeDocument/2006/relationships/notesSlide" Target="/ppt/notesSlides/notesSlide6.xml" Id="R531fc1c369e744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3cb7e8ab04e4b" /><Relationship Type="http://schemas.openxmlformats.org/officeDocument/2006/relationships/notesSlide" Target="/ppt/notesSlides/notesSlide7.xml" Id="R33645638d9b94c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4667faf9f43fc" /><Relationship Type="http://schemas.openxmlformats.org/officeDocument/2006/relationships/notesSlide" Target="/ppt/notesSlides/notesSlide8.xml" Id="R52b79a8e0e7f43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e1b5b6d574a05" /><Relationship Type="http://schemas.openxmlformats.org/officeDocument/2006/relationships/notesSlide" Target="/ppt/notesSlides/notesSlide9.xml" Id="R2ac8e044fbcb4e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ab02d06e34627" /><Relationship Type="http://schemas.openxmlformats.org/officeDocument/2006/relationships/notesSlide" Target="/ppt/notesSlides/notesSlide10.xml" Id="R8d9ca18cd9434a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0FB78-8F45-4AA3-9A2D-A53DDFFC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A3i-Accel Frontend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3CD7B-5554-4563-A7ED-417EFE36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7F3"/>
                </a:solidFill>
                <a:latin typeface="Arial"/>
                <a:ea typeface="Arial"/>
                <a:cs typeface="Arial"/>
              </a:rPr>
              <a:t>Research, design and a working website concierge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85728-678C-4C6D-8228-B7067810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FD747-0027-4875-8CB0-1F3DAE1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and evidence as of 19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14D3F-7FBF-468B-8EB9-C989F127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3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771267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18D0E-8D3C-47D5-AF3F-4569592E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The visitor’s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E89C-377F-4192-9A61-EB2D06C9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Understand the offering, then find relevant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583E5-E438-4B68-BEDE-80F3C05E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A growing portfolio needs a clear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9ECCB-1AD5-4682-908B-A8A644C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A concrete task makes AI easier to evaluate.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69827-1809-4F14-B1CB-6AA1596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A demo request needs a dependable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53D2E-FA98-4021-9233-7E92FCD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592856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807FB-6099-44A6-8FDA-B71506E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Three visitor perspectives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F402E-D19E-4374-ABC5-9B8E9EA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Provisional personas to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24518-9BF6-4075-8650-4BCBE5B3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SMB owner: reduce repetitive administration.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0105D-0B56-4281-94BD-00056ADA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Operations leader: evaluate workflows and oversight.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44AA1-FF53-4786-9D17-0E7C54A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Investor: understand the portfolio and business focus.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6DF82-79AC-4BEA-97FF-D5B71200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882281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9C6FD-3F0A-4E9C-92B4-101AB12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Five benchmarks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3E10E-84B0-48C3-BEE5-89CDAD97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Activities and examples make products easier to explore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59ECE-2BF6-43B5-B45A-57178A05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LangChain: organize discovery around work stages.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ADCC2-63B5-4DD9-9F41-B687F88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Intercom and Notion: explain recognizable capabilities.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99DAC-2C66-4BA4-B1B7-1CFC98A6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Linear and Zapier: connect products to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00B27-364D-415D-BBB8-FB388E9F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411740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3618D-1819-42A7-BE4C-9EC47A6B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Homepage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A15A8-CFC4-4307-8401-776B7910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The approved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487CD-9ACC-49BD-B365-2C489F2B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Motto and platform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F600B-4945-42BB-8498-B07BEC4D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Six products, Why A3i and workflow exploration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315CC-F670-4387-BC19-1E7F8F0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Apps / Ants / Agents, examples and demo CTA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0673-D30F-4BA6-9F75-3FCA0621F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67e925561426f"/>
          <a:stretch xmlns:a="http://schemas.openxmlformats.org/drawingml/2006/main"/>
        </p:blipFill>
        <p:spPr>
          <a:xfrm xmlns:a="http://schemas.openxmlformats.org/drawingml/2006/main">
            <a:off x="5953125" y="2779154"/>
            <a:ext cx="5524500" cy="31094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34006-B0B7-40E6-A070-E8C1C072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898893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7ED12-8172-434B-8482-4136ACE3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Responsive interaction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58C22-A900-44C8-B7E6-E04FF99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Readable content with optional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AB473-91D5-4FC8-A770-DC7CA2C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Keyboard controls and visible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778DD-07CE-49C9-B1B1-58309C43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Mobile stacking and natural text wrapping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6349-F72D-4890-8CAA-A96CAA62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Reduced-motion fallbacks and replay on scroll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3027E-3187-45AD-A0B7-94C44C3D3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c92befedb4511"/>
          <a:stretch xmlns:a="http://schemas.openxmlformats.org/drawingml/2006/main"/>
        </p:blipFill>
        <p:spPr>
          <a:xfrm xmlns:a="http://schemas.openxmlformats.org/drawingml/2006/main">
            <a:off x="5953125" y="2779154"/>
            <a:ext cx="5524500" cy="31094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11754-C7DB-465E-B594-96BA6E5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34651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31F1C-6ABC-4463-A2D0-FC301375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EF6F8-9360-4A52-8337-C14F11AB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Next.js frontend with a separate Python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9E28C-32E8-446D-A3AD-EF2013B1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React, TypeScript and Tailwind render the 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07762-AC28-41E3-824E-43DCA7AA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Server routes proxy chat and demo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8AB81-99EC-41B3-822C-BD7FA08B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FastAPI connects retrieval, generation and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7C752-7741-40FF-88D9-5A98B71B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973042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8518-A7BE-4771-90B3-6FDB05E9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Concierge and demo 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1CD7C-D872-478C-8B7D-734031C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Existing behavior and the proposed source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C8B4E-1283-4257-AE60-7F7C7A60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Typed streamed replies and retry states exist.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89AF1-F3E5-42C8-AAAC-C960525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Demo capture uses confirmed name, company and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4EB40-7A85-48C7-9E5B-EF4604B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Supplied-content grounding awaits proposal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2D8F5-7C8F-479A-AE70-9CD8E831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379482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B310F-EA02-4CE2-8211-C8A9DF8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223C"/>
                </a:solidFill>
                <a:latin typeface="Arial"/>
                <a:ea typeface="Arial"/>
                <a:cs typeface="Arial"/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49998-3AE5-4B07-8441-689FE42A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Desktop passes the target; mobile performance needs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8BC83-7F15-432A-BB1D-A181DEA3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Production build and TypeScript: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5F635-C3D2-4E50-93D4-9D6E0D0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56 imported routes checked; 44 backend 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6E3CB-72F4-43E5-96F8-0E28CB2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B22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223C"/>
                </a:solidFill>
                <a:latin typeface="Arial"/>
                <a:ea typeface="Arial"/>
                <a:cs typeface="Arial"/>
              </a:rPr>
              <a:t>Local Lighthouse: desktop 98 / 97; mobile 72 / 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95D22-FC33-4E88-B8CB-8AF4E4F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35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A72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217311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2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630FE-055A-4FF3-8458-FD1B7BDC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 and 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DFD5F-440D-4102-ACDD-40BC5D93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7F3"/>
                </a:solidFill>
                <a:latin typeface="Arial"/>
                <a:ea typeface="Arial"/>
                <a:cs typeface="Arial"/>
              </a:rPr>
              <a:t>Remaining evidence and the next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929F5-59E4-493D-9EC3-2DA517C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Pending: real agent review and five participant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6909-98A2-49BA-A92C-90905CD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Deferred: Figma, GitHub and Netlify deliverables.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D5363-3051-4642-B46E-28EA12B1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Demo: explore a task, ask a question, request a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9A51-43AF-4C46-BFB3-AB90A3A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CE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3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85049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2026-10-19T14:09:22.1680000Z</dcterms:created>
  <dcterms:modified xsi:type="dcterms:W3CDTF">2026-10-19T14:09:22.1680000Z</dcterms:modified>
</coreProperties>
</file>